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256" r:id="rId2"/>
    <p:sldId id="257" r:id="rId3"/>
    <p:sldId id="262" r:id="rId4"/>
    <p:sldId id="263" r:id="rId5"/>
    <p:sldId id="258" r:id="rId6"/>
    <p:sldId id="259" r:id="rId7"/>
    <p:sldId id="260" r:id="rId8"/>
    <p:sldId id="264"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5CC25AF-ABB0-4DB4-B05E-5E05E4E52637}">
          <p14:sldIdLst>
            <p14:sldId id="256"/>
            <p14:sldId id="257"/>
            <p14:sldId id="262"/>
            <p14:sldId id="263"/>
            <p14:sldId id="258"/>
            <p14:sldId id="259"/>
            <p14:sldId id="260"/>
            <p14:sldId id="264"/>
            <p14:sldId id="266"/>
            <p14:sldId id="267"/>
            <p14:sldId id="268"/>
            <p14:sldId id="269"/>
            <p14:sldId id="270"/>
            <p14:sldId id="271"/>
            <p14:sldId id="272"/>
            <p14:sldId id="273"/>
          </p14:sldIdLst>
        </p14:section>
        <p14:section name="Untitled Section" id="{DE83310B-8B42-491D-9F39-2A188A18F4B0}">
          <p14:sldIdLst>
            <p14:sldId id="274"/>
            <p14:sldId id="275"/>
            <p14:sldId id="276"/>
            <p14:sldId id="277"/>
            <p14:sldId id="278"/>
            <p14:sldId id="27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467" autoAdjust="0"/>
  </p:normalViewPr>
  <p:slideViewPr>
    <p:cSldViewPr>
      <p:cViewPr varScale="1">
        <p:scale>
          <a:sx n="80" d="100"/>
          <a:sy n="80" d="100"/>
        </p:scale>
        <p:origin x="-1522"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E093D2-6356-4CD6-B0DB-4DB88F5FA659}"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n-IN"/>
        </a:p>
      </dgm:t>
    </dgm:pt>
    <dgm:pt modelId="{B555BA93-274D-4C13-BB3F-9F3627D24012}">
      <dgm:prSet/>
      <dgm:spPr/>
      <dgm:t>
        <a:bodyPr/>
        <a:lstStyle/>
        <a:p>
          <a:pPr rtl="0"/>
          <a:r>
            <a:rPr lang="en-US" b="1" smtClean="0"/>
            <a:t>Information Technology (IT)</a:t>
          </a:r>
          <a:r>
            <a:rPr lang="en-US" smtClean="0"/>
            <a:t> is a broad term that describes the use of computers and related technologies—such as software systems, cloud platforms, and communication networks—to manage, process, store, and secure organizational information. In modern workplaces, IT forms the core of operational infrastructure. It supports essential functions such as data management, communication systems, cybersecurity, backups, troubleshooting, and workflow automation.</a:t>
          </a:r>
          <a:endParaRPr lang="en-IN"/>
        </a:p>
      </dgm:t>
    </dgm:pt>
    <dgm:pt modelId="{BB97E7BD-BA94-46FB-9D9E-8077305DD3D9}" type="parTrans" cxnId="{59251BD4-B0B9-41C2-963A-A723B808256C}">
      <dgm:prSet/>
      <dgm:spPr/>
      <dgm:t>
        <a:bodyPr/>
        <a:lstStyle/>
        <a:p>
          <a:endParaRPr lang="en-IN"/>
        </a:p>
      </dgm:t>
    </dgm:pt>
    <dgm:pt modelId="{768CA470-0479-4FB6-8C75-8E5E9328601E}" type="sibTrans" cxnId="{59251BD4-B0B9-41C2-963A-A723B808256C}">
      <dgm:prSet/>
      <dgm:spPr/>
      <dgm:t>
        <a:bodyPr/>
        <a:lstStyle/>
        <a:p>
          <a:endParaRPr lang="en-IN"/>
        </a:p>
      </dgm:t>
    </dgm:pt>
    <dgm:pt modelId="{2299D150-5F4B-47BB-831A-7B1C42BE094C}">
      <dgm:prSet/>
      <dgm:spPr/>
      <dgm:t>
        <a:bodyPr/>
        <a:lstStyle/>
        <a:p>
          <a:pPr rtl="0"/>
          <a:r>
            <a:rPr lang="en-US" dirty="0" smtClean="0"/>
            <a:t>From a business and data analysis perspective, IT enables organizations to gather meaningful insights, enhance productivity, streamline processes, and make data-driven decisions. Essentially, IT acts as the technological backbone that supports both day-to-day operations and long-term strategic goals.</a:t>
          </a:r>
          <a:endParaRPr lang="en-IN" dirty="0"/>
        </a:p>
      </dgm:t>
    </dgm:pt>
    <dgm:pt modelId="{6EC3A707-BEFA-4896-B92E-771C40BF6E7B}" type="parTrans" cxnId="{DF12C56F-8C0C-4C78-957B-7220316784F0}">
      <dgm:prSet/>
      <dgm:spPr/>
      <dgm:t>
        <a:bodyPr/>
        <a:lstStyle/>
        <a:p>
          <a:endParaRPr lang="en-IN"/>
        </a:p>
      </dgm:t>
    </dgm:pt>
    <dgm:pt modelId="{AD1FADDE-8895-4A14-9D64-E719133B8827}" type="sibTrans" cxnId="{DF12C56F-8C0C-4C78-957B-7220316784F0}">
      <dgm:prSet/>
      <dgm:spPr/>
      <dgm:t>
        <a:bodyPr/>
        <a:lstStyle/>
        <a:p>
          <a:endParaRPr lang="en-IN"/>
        </a:p>
      </dgm:t>
    </dgm:pt>
    <dgm:pt modelId="{CD7A77E7-DC3A-4D0A-80BC-715671AAD92F}" type="pres">
      <dgm:prSet presAssocID="{1FE093D2-6356-4CD6-B0DB-4DB88F5FA659}" presName="compositeShape" presStyleCnt="0">
        <dgm:presLayoutVars>
          <dgm:chMax val="7"/>
          <dgm:dir/>
          <dgm:resizeHandles val="exact"/>
        </dgm:presLayoutVars>
      </dgm:prSet>
      <dgm:spPr/>
      <dgm:t>
        <a:bodyPr/>
        <a:lstStyle/>
        <a:p>
          <a:endParaRPr lang="en-IN"/>
        </a:p>
      </dgm:t>
    </dgm:pt>
    <dgm:pt modelId="{87F894BF-BDEB-42F9-B966-65FBAA18A716}" type="pres">
      <dgm:prSet presAssocID="{B555BA93-274D-4C13-BB3F-9F3627D24012}" presName="circ1" presStyleLbl="vennNode1" presStyleIdx="0" presStyleCnt="2"/>
      <dgm:spPr/>
      <dgm:t>
        <a:bodyPr/>
        <a:lstStyle/>
        <a:p>
          <a:endParaRPr lang="en-IN"/>
        </a:p>
      </dgm:t>
    </dgm:pt>
    <dgm:pt modelId="{9FE5FB55-62F3-4D51-A740-0A5C25C43AB3}" type="pres">
      <dgm:prSet presAssocID="{B555BA93-274D-4C13-BB3F-9F3627D24012}" presName="circ1Tx" presStyleLbl="revTx" presStyleIdx="0" presStyleCnt="0">
        <dgm:presLayoutVars>
          <dgm:chMax val="0"/>
          <dgm:chPref val="0"/>
          <dgm:bulletEnabled val="1"/>
        </dgm:presLayoutVars>
      </dgm:prSet>
      <dgm:spPr/>
      <dgm:t>
        <a:bodyPr/>
        <a:lstStyle/>
        <a:p>
          <a:endParaRPr lang="en-IN"/>
        </a:p>
      </dgm:t>
    </dgm:pt>
    <dgm:pt modelId="{79C334B7-4CA4-498B-BA8C-553746628770}" type="pres">
      <dgm:prSet presAssocID="{2299D150-5F4B-47BB-831A-7B1C42BE094C}" presName="circ2" presStyleLbl="vennNode1" presStyleIdx="1" presStyleCnt="2" custScaleY="100547"/>
      <dgm:spPr/>
      <dgm:t>
        <a:bodyPr/>
        <a:lstStyle/>
        <a:p>
          <a:endParaRPr lang="en-IN"/>
        </a:p>
      </dgm:t>
    </dgm:pt>
    <dgm:pt modelId="{C290D8FE-2546-4543-B3F1-904B9ECD2DB5}" type="pres">
      <dgm:prSet presAssocID="{2299D150-5F4B-47BB-831A-7B1C42BE094C}" presName="circ2Tx" presStyleLbl="revTx" presStyleIdx="0" presStyleCnt="0">
        <dgm:presLayoutVars>
          <dgm:chMax val="0"/>
          <dgm:chPref val="0"/>
          <dgm:bulletEnabled val="1"/>
        </dgm:presLayoutVars>
      </dgm:prSet>
      <dgm:spPr/>
      <dgm:t>
        <a:bodyPr/>
        <a:lstStyle/>
        <a:p>
          <a:endParaRPr lang="en-IN"/>
        </a:p>
      </dgm:t>
    </dgm:pt>
  </dgm:ptLst>
  <dgm:cxnLst>
    <dgm:cxn modelId="{CFCC4B56-CBC3-49C5-A5A7-925992597A1D}" type="presOf" srcId="{B555BA93-274D-4C13-BB3F-9F3627D24012}" destId="{87F894BF-BDEB-42F9-B966-65FBAA18A716}" srcOrd="0" destOrd="0" presId="urn:microsoft.com/office/officeart/2005/8/layout/venn1"/>
    <dgm:cxn modelId="{59251BD4-B0B9-41C2-963A-A723B808256C}" srcId="{1FE093D2-6356-4CD6-B0DB-4DB88F5FA659}" destId="{B555BA93-274D-4C13-BB3F-9F3627D24012}" srcOrd="0" destOrd="0" parTransId="{BB97E7BD-BA94-46FB-9D9E-8077305DD3D9}" sibTransId="{768CA470-0479-4FB6-8C75-8E5E9328601E}"/>
    <dgm:cxn modelId="{668A4BCD-68EB-45DA-B3B5-22CDFF8F9786}" type="presOf" srcId="{2299D150-5F4B-47BB-831A-7B1C42BE094C}" destId="{C290D8FE-2546-4543-B3F1-904B9ECD2DB5}" srcOrd="1" destOrd="0" presId="urn:microsoft.com/office/officeart/2005/8/layout/venn1"/>
    <dgm:cxn modelId="{A62B8C40-7BB0-41AA-BA0C-B9078510BF37}" type="presOf" srcId="{2299D150-5F4B-47BB-831A-7B1C42BE094C}" destId="{79C334B7-4CA4-498B-BA8C-553746628770}" srcOrd="0" destOrd="0" presId="urn:microsoft.com/office/officeart/2005/8/layout/venn1"/>
    <dgm:cxn modelId="{277859DD-434F-4651-AD8E-D82303E53DF5}" type="presOf" srcId="{B555BA93-274D-4C13-BB3F-9F3627D24012}" destId="{9FE5FB55-62F3-4D51-A740-0A5C25C43AB3}" srcOrd="1" destOrd="0" presId="urn:microsoft.com/office/officeart/2005/8/layout/venn1"/>
    <dgm:cxn modelId="{DF12C56F-8C0C-4C78-957B-7220316784F0}" srcId="{1FE093D2-6356-4CD6-B0DB-4DB88F5FA659}" destId="{2299D150-5F4B-47BB-831A-7B1C42BE094C}" srcOrd="1" destOrd="0" parTransId="{6EC3A707-BEFA-4896-B92E-771C40BF6E7B}" sibTransId="{AD1FADDE-8895-4A14-9D64-E719133B8827}"/>
    <dgm:cxn modelId="{DCBB8713-4B0D-4F09-A6F0-FE2EE1F577E1}" type="presOf" srcId="{1FE093D2-6356-4CD6-B0DB-4DB88F5FA659}" destId="{CD7A77E7-DC3A-4D0A-80BC-715671AAD92F}" srcOrd="0" destOrd="0" presId="urn:microsoft.com/office/officeart/2005/8/layout/venn1"/>
    <dgm:cxn modelId="{DA7515F2-964E-4613-AA0D-49DAB3FF1D7A}" type="presParOf" srcId="{CD7A77E7-DC3A-4D0A-80BC-715671AAD92F}" destId="{87F894BF-BDEB-42F9-B966-65FBAA18A716}" srcOrd="0" destOrd="0" presId="urn:microsoft.com/office/officeart/2005/8/layout/venn1"/>
    <dgm:cxn modelId="{B453F582-5EDB-4913-A405-BFB02C808BC6}" type="presParOf" srcId="{CD7A77E7-DC3A-4D0A-80BC-715671AAD92F}" destId="{9FE5FB55-62F3-4D51-A740-0A5C25C43AB3}" srcOrd="1" destOrd="0" presId="urn:microsoft.com/office/officeart/2005/8/layout/venn1"/>
    <dgm:cxn modelId="{3B72B438-7E1C-4575-8D0B-1A2522D80433}" type="presParOf" srcId="{CD7A77E7-DC3A-4D0A-80BC-715671AAD92F}" destId="{79C334B7-4CA4-498B-BA8C-553746628770}" srcOrd="2" destOrd="0" presId="urn:microsoft.com/office/officeart/2005/8/layout/venn1"/>
    <dgm:cxn modelId="{44A426CF-24F8-4CFC-8181-606C69A7CC0E}" type="presParOf" srcId="{CD7A77E7-DC3A-4D0A-80BC-715671AAD92F}" destId="{C290D8FE-2546-4543-B3F1-904B9ECD2DB5}"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3B04CA-7E72-4EAA-93C4-EC4301793DF4}" type="doc">
      <dgm:prSet loTypeId="urn:microsoft.com/office/officeart/2005/8/layout/pyramid2" loCatId="pyramid" qsTypeId="urn:microsoft.com/office/officeart/2005/8/quickstyle/3d2" qsCatId="3D" csTypeId="urn:microsoft.com/office/officeart/2005/8/colors/accent1_2" csCatId="accent1" phldr="1"/>
      <dgm:spPr/>
      <dgm:t>
        <a:bodyPr/>
        <a:lstStyle/>
        <a:p>
          <a:endParaRPr lang="en-IN"/>
        </a:p>
      </dgm:t>
    </dgm:pt>
    <dgm:pt modelId="{CF6DFF9B-D1C3-4A62-8ADE-FA326B86706C}">
      <dgm:prSet custT="1"/>
      <dgm:spPr/>
      <dgm:t>
        <a:bodyPr/>
        <a:lstStyle/>
        <a:p>
          <a:pPr rtl="0"/>
          <a:r>
            <a:rPr lang="en-US" sz="1200" b="1" dirty="0" smtClean="0">
              <a:solidFill>
                <a:srgbClr val="FF0000"/>
              </a:solidFill>
            </a:rPr>
            <a:t>1. IT From a Data Analysis Perspective</a:t>
          </a:r>
          <a:endParaRPr lang="en-IN" sz="1200" dirty="0">
            <a:solidFill>
              <a:srgbClr val="FF0000"/>
            </a:solidFill>
          </a:endParaRPr>
        </a:p>
      </dgm:t>
    </dgm:pt>
    <dgm:pt modelId="{54531932-87DE-4F81-A005-C978FC1DAE47}" type="parTrans" cxnId="{A0DBA535-0A97-4815-8FEF-1CEDC2956D51}">
      <dgm:prSet/>
      <dgm:spPr/>
      <dgm:t>
        <a:bodyPr/>
        <a:lstStyle/>
        <a:p>
          <a:endParaRPr lang="en-IN"/>
        </a:p>
      </dgm:t>
    </dgm:pt>
    <dgm:pt modelId="{C3369859-77F8-4304-916F-CAE3B391E0FB}" type="sibTrans" cxnId="{A0DBA535-0A97-4815-8FEF-1CEDC2956D51}">
      <dgm:prSet/>
      <dgm:spPr/>
      <dgm:t>
        <a:bodyPr/>
        <a:lstStyle/>
        <a:p>
          <a:endParaRPr lang="en-IN"/>
        </a:p>
      </dgm:t>
    </dgm:pt>
    <dgm:pt modelId="{6C296CAA-7710-4041-B201-0BE64F316551}">
      <dgm:prSet custT="1"/>
      <dgm:spPr/>
      <dgm:t>
        <a:bodyPr/>
        <a:lstStyle/>
        <a:p>
          <a:pPr rtl="0"/>
          <a:r>
            <a:rPr lang="en-US" sz="1000" dirty="0" smtClean="0"/>
            <a:t>Data analysts depend heavily on IT systems to perform their work.</a:t>
          </a:r>
          <a:br>
            <a:rPr lang="en-US" sz="1000" dirty="0" smtClean="0"/>
          </a:br>
          <a:r>
            <a:rPr lang="en-US" sz="1000" dirty="0" smtClean="0"/>
            <a:t>From this viewpoint, IT includes:</a:t>
          </a:r>
          <a:endParaRPr lang="en-IN" sz="1000" dirty="0"/>
        </a:p>
      </dgm:t>
    </dgm:pt>
    <dgm:pt modelId="{8AB8359E-14CA-4B31-8030-1B0E52E8189E}" type="parTrans" cxnId="{2C1C9E8B-65AF-4E8E-BE3C-18B35705E963}">
      <dgm:prSet/>
      <dgm:spPr/>
      <dgm:t>
        <a:bodyPr/>
        <a:lstStyle/>
        <a:p>
          <a:endParaRPr lang="en-IN"/>
        </a:p>
      </dgm:t>
    </dgm:pt>
    <dgm:pt modelId="{ECDEAA2D-E9B0-4C5D-8477-92E8D1F9D92B}" type="sibTrans" cxnId="{2C1C9E8B-65AF-4E8E-BE3C-18B35705E963}">
      <dgm:prSet/>
      <dgm:spPr/>
      <dgm:t>
        <a:bodyPr/>
        <a:lstStyle/>
        <a:p>
          <a:endParaRPr lang="en-IN"/>
        </a:p>
      </dgm:t>
    </dgm:pt>
    <dgm:pt modelId="{15EB3E07-0392-4C0F-84D7-BFF7E717FF33}">
      <dgm:prSet custT="1"/>
      <dgm:spPr/>
      <dgm:t>
        <a:bodyPr/>
        <a:lstStyle/>
        <a:p>
          <a:pPr rtl="0"/>
          <a:r>
            <a:rPr lang="en-US" sz="1000" b="1" dirty="0" smtClean="0"/>
            <a:t>a. Data Storage &amp; Databases</a:t>
          </a:r>
          <a:endParaRPr lang="en-IN" sz="1000" dirty="0"/>
        </a:p>
      </dgm:t>
    </dgm:pt>
    <dgm:pt modelId="{3086A53F-2264-4C74-87C7-58DDB0742F5C}" type="parTrans" cxnId="{BF630E8B-71D5-4380-B25B-0FB1B1FC671F}">
      <dgm:prSet/>
      <dgm:spPr/>
      <dgm:t>
        <a:bodyPr/>
        <a:lstStyle/>
        <a:p>
          <a:endParaRPr lang="en-IN"/>
        </a:p>
      </dgm:t>
    </dgm:pt>
    <dgm:pt modelId="{EB2AECA2-0A5A-4734-93CF-8D299FC08AA1}" type="sibTrans" cxnId="{BF630E8B-71D5-4380-B25B-0FB1B1FC671F}">
      <dgm:prSet/>
      <dgm:spPr/>
      <dgm:t>
        <a:bodyPr/>
        <a:lstStyle/>
        <a:p>
          <a:endParaRPr lang="en-IN"/>
        </a:p>
      </dgm:t>
    </dgm:pt>
    <dgm:pt modelId="{0B89B49F-D29E-47A7-8535-C25B6DEF7B7D}">
      <dgm:prSet custT="1"/>
      <dgm:spPr/>
      <dgm:t>
        <a:bodyPr/>
        <a:lstStyle/>
        <a:p>
          <a:pPr rtl="0"/>
          <a:r>
            <a:rPr lang="en-US" sz="1000" dirty="0" smtClean="0"/>
            <a:t>IT provides the infrastructure—servers, cloud platforms, databases—where large volumes of data are stored.</a:t>
          </a:r>
          <a:endParaRPr lang="en-IN" sz="1000" dirty="0"/>
        </a:p>
      </dgm:t>
    </dgm:pt>
    <dgm:pt modelId="{2B5F312B-5661-4DD9-A352-1B2D26595718}" type="parTrans" cxnId="{D09D1091-4B9A-4765-8248-C2081E3F36DA}">
      <dgm:prSet/>
      <dgm:spPr/>
      <dgm:t>
        <a:bodyPr/>
        <a:lstStyle/>
        <a:p>
          <a:endParaRPr lang="en-IN"/>
        </a:p>
      </dgm:t>
    </dgm:pt>
    <dgm:pt modelId="{35892F83-B0A2-4D90-8645-9339531FE52B}" type="sibTrans" cxnId="{D09D1091-4B9A-4765-8248-C2081E3F36DA}">
      <dgm:prSet/>
      <dgm:spPr/>
      <dgm:t>
        <a:bodyPr/>
        <a:lstStyle/>
        <a:p>
          <a:endParaRPr lang="en-IN"/>
        </a:p>
      </dgm:t>
    </dgm:pt>
    <dgm:pt modelId="{D990C469-D157-4E96-B51D-554CA00E4B9B}">
      <dgm:prSet custT="1"/>
      <dgm:spPr/>
      <dgm:t>
        <a:bodyPr/>
        <a:lstStyle/>
        <a:p>
          <a:pPr rtl="0"/>
          <a:r>
            <a:rPr lang="en-US" sz="1000" dirty="0" smtClean="0"/>
            <a:t>Without IT systems like SQL servers, cloud data warehouses (AWS, Azure, </a:t>
          </a:r>
          <a:r>
            <a:rPr lang="en-US" sz="1000" dirty="0" err="1" smtClean="0"/>
            <a:t>BigQuery</a:t>
          </a:r>
          <a:r>
            <a:rPr lang="en-US" sz="1000" dirty="0" smtClean="0"/>
            <a:t>), and distributed storage, modern analytics wouldn’t be possible.</a:t>
          </a:r>
          <a:endParaRPr lang="en-IN" sz="1000" dirty="0"/>
        </a:p>
      </dgm:t>
    </dgm:pt>
    <dgm:pt modelId="{F65A82C9-8B55-4C09-9BE1-2C6251567C2D}" type="parTrans" cxnId="{7EC9BF5D-0ACC-45F5-AF96-4D7806A11DD5}">
      <dgm:prSet/>
      <dgm:spPr/>
      <dgm:t>
        <a:bodyPr/>
        <a:lstStyle/>
        <a:p>
          <a:endParaRPr lang="en-IN"/>
        </a:p>
      </dgm:t>
    </dgm:pt>
    <dgm:pt modelId="{509282BE-C303-4046-B9F0-E623310BBB71}" type="sibTrans" cxnId="{7EC9BF5D-0ACC-45F5-AF96-4D7806A11DD5}">
      <dgm:prSet/>
      <dgm:spPr/>
      <dgm:t>
        <a:bodyPr/>
        <a:lstStyle/>
        <a:p>
          <a:endParaRPr lang="en-IN"/>
        </a:p>
      </dgm:t>
    </dgm:pt>
    <dgm:pt modelId="{6AB77BEB-5166-4E98-90B5-8FC2A4550A48}">
      <dgm:prSet custT="1"/>
      <dgm:spPr/>
      <dgm:t>
        <a:bodyPr/>
        <a:lstStyle/>
        <a:p>
          <a:pPr rtl="0"/>
          <a:r>
            <a:rPr lang="en-US" sz="1000" b="1" dirty="0" smtClean="0"/>
            <a:t>b. Data Processing Tools</a:t>
          </a:r>
          <a:endParaRPr lang="en-IN" sz="1000" dirty="0"/>
        </a:p>
      </dgm:t>
    </dgm:pt>
    <dgm:pt modelId="{DBD44995-CD1A-4A37-8107-9F5248D18ED4}" type="parTrans" cxnId="{82A5D46C-4B31-4D68-BD79-B54914A6500D}">
      <dgm:prSet/>
      <dgm:spPr/>
      <dgm:t>
        <a:bodyPr/>
        <a:lstStyle/>
        <a:p>
          <a:endParaRPr lang="en-IN"/>
        </a:p>
      </dgm:t>
    </dgm:pt>
    <dgm:pt modelId="{5230AECB-BC75-4A1D-A799-DCA295406A1D}" type="sibTrans" cxnId="{82A5D46C-4B31-4D68-BD79-B54914A6500D}">
      <dgm:prSet/>
      <dgm:spPr/>
      <dgm:t>
        <a:bodyPr/>
        <a:lstStyle/>
        <a:p>
          <a:endParaRPr lang="en-IN"/>
        </a:p>
      </dgm:t>
    </dgm:pt>
    <dgm:pt modelId="{C30DC7A4-B99B-4D28-ABF0-054C1E8D7653}">
      <dgm:prSet custT="1"/>
      <dgm:spPr/>
      <dgm:t>
        <a:bodyPr/>
        <a:lstStyle/>
        <a:p>
          <a:pPr rtl="0"/>
          <a:r>
            <a:rPr lang="en-US" sz="1000" dirty="0" smtClean="0"/>
            <a:t>Analysts use software and platforms (Python, R, Excel, BI tools) that run on IT-managed systems.</a:t>
          </a:r>
          <a:endParaRPr lang="en-IN" sz="1000" dirty="0"/>
        </a:p>
      </dgm:t>
    </dgm:pt>
    <dgm:pt modelId="{689B4C5D-D32A-4A53-BE4B-8EDAFC9E68B3}" type="parTrans" cxnId="{B227028B-997E-41FB-B817-9B18BBB5A774}">
      <dgm:prSet/>
      <dgm:spPr/>
      <dgm:t>
        <a:bodyPr/>
        <a:lstStyle/>
        <a:p>
          <a:endParaRPr lang="en-IN"/>
        </a:p>
      </dgm:t>
    </dgm:pt>
    <dgm:pt modelId="{9D79FB5A-5936-4B87-8CAD-41FA60A981E4}" type="sibTrans" cxnId="{B227028B-997E-41FB-B817-9B18BBB5A774}">
      <dgm:prSet/>
      <dgm:spPr/>
      <dgm:t>
        <a:bodyPr/>
        <a:lstStyle/>
        <a:p>
          <a:endParaRPr lang="en-IN"/>
        </a:p>
      </dgm:t>
    </dgm:pt>
    <dgm:pt modelId="{9659BA22-5B13-4D3E-AC9E-FF4112889E7C}">
      <dgm:prSet custT="1"/>
      <dgm:spPr/>
      <dgm:t>
        <a:bodyPr/>
        <a:lstStyle/>
        <a:p>
          <a:pPr rtl="0"/>
          <a:r>
            <a:rPr lang="en-US" sz="1000" dirty="0" smtClean="0"/>
            <a:t>IT ensures these tools are installed, updated, and secure.</a:t>
          </a:r>
          <a:endParaRPr lang="en-IN" sz="1000" dirty="0"/>
        </a:p>
      </dgm:t>
    </dgm:pt>
    <dgm:pt modelId="{04E22A29-92E3-4BAD-A517-4875DCC64FA0}" type="parTrans" cxnId="{0EB1C972-8DF1-4AC9-B072-84680D4BF27F}">
      <dgm:prSet/>
      <dgm:spPr/>
      <dgm:t>
        <a:bodyPr/>
        <a:lstStyle/>
        <a:p>
          <a:endParaRPr lang="en-IN"/>
        </a:p>
      </dgm:t>
    </dgm:pt>
    <dgm:pt modelId="{B792D6A5-4EBC-479C-9625-F368C1E5F447}" type="sibTrans" cxnId="{0EB1C972-8DF1-4AC9-B072-84680D4BF27F}">
      <dgm:prSet/>
      <dgm:spPr/>
      <dgm:t>
        <a:bodyPr/>
        <a:lstStyle/>
        <a:p>
          <a:endParaRPr lang="en-IN"/>
        </a:p>
      </dgm:t>
    </dgm:pt>
    <dgm:pt modelId="{4F0A3635-82D2-4136-BB5B-5B0FE04B2EB9}">
      <dgm:prSet custT="1"/>
      <dgm:spPr/>
      <dgm:t>
        <a:bodyPr/>
        <a:lstStyle/>
        <a:p>
          <a:pPr rtl="0"/>
          <a:r>
            <a:rPr lang="en-US" sz="1000" b="1" dirty="0" smtClean="0"/>
            <a:t>c. Networks for Data Transmission</a:t>
          </a:r>
          <a:endParaRPr lang="en-IN" sz="1000" dirty="0"/>
        </a:p>
      </dgm:t>
    </dgm:pt>
    <dgm:pt modelId="{A4CD408B-05E2-4565-8A99-1DC6FE3BC1DF}" type="parTrans" cxnId="{3B6C0B88-B0E8-4177-95B8-952311D77398}">
      <dgm:prSet/>
      <dgm:spPr/>
      <dgm:t>
        <a:bodyPr/>
        <a:lstStyle/>
        <a:p>
          <a:endParaRPr lang="en-IN"/>
        </a:p>
      </dgm:t>
    </dgm:pt>
    <dgm:pt modelId="{944EFBDB-BB89-429E-9413-69BDEA785F6A}" type="sibTrans" cxnId="{3B6C0B88-B0E8-4177-95B8-952311D77398}">
      <dgm:prSet/>
      <dgm:spPr/>
      <dgm:t>
        <a:bodyPr/>
        <a:lstStyle/>
        <a:p>
          <a:endParaRPr lang="en-IN"/>
        </a:p>
      </dgm:t>
    </dgm:pt>
    <dgm:pt modelId="{F5E982EE-2A0B-487A-918E-19B0DBC13668}">
      <dgm:prSet custT="1"/>
      <dgm:spPr/>
      <dgm:t>
        <a:bodyPr/>
        <a:lstStyle/>
        <a:p>
          <a:pPr rtl="0"/>
          <a:r>
            <a:rPr lang="en-US" sz="1000" dirty="0" smtClean="0"/>
            <a:t>Analysts rely on networks to pull data from different departments and systems.</a:t>
          </a:r>
          <a:endParaRPr lang="en-IN" sz="1000" dirty="0"/>
        </a:p>
      </dgm:t>
    </dgm:pt>
    <dgm:pt modelId="{53441712-4FB4-4BC7-BE44-5406C2CBB45C}" type="parTrans" cxnId="{DE22F8C7-221B-4A9C-9B60-1C2586188023}">
      <dgm:prSet/>
      <dgm:spPr/>
      <dgm:t>
        <a:bodyPr/>
        <a:lstStyle/>
        <a:p>
          <a:endParaRPr lang="en-IN"/>
        </a:p>
      </dgm:t>
    </dgm:pt>
    <dgm:pt modelId="{A49418CB-DCFD-4796-89AB-494827919663}" type="sibTrans" cxnId="{DE22F8C7-221B-4A9C-9B60-1C2586188023}">
      <dgm:prSet/>
      <dgm:spPr/>
      <dgm:t>
        <a:bodyPr/>
        <a:lstStyle/>
        <a:p>
          <a:endParaRPr lang="en-IN"/>
        </a:p>
      </dgm:t>
    </dgm:pt>
    <dgm:pt modelId="{5092B080-FE4C-4526-921A-242BEEFA14C2}">
      <dgm:prSet custT="1"/>
      <dgm:spPr/>
      <dgm:t>
        <a:bodyPr/>
        <a:lstStyle/>
        <a:p>
          <a:pPr rtl="0"/>
          <a:r>
            <a:rPr lang="en-US" sz="1000" dirty="0" smtClean="0"/>
            <a:t>IT ensures reliability, bandwidth, and secure access.</a:t>
          </a:r>
          <a:endParaRPr lang="en-IN" sz="1000" dirty="0"/>
        </a:p>
      </dgm:t>
    </dgm:pt>
    <dgm:pt modelId="{BE22CA06-E220-4F79-99E3-F7A2A168529A}" type="parTrans" cxnId="{6BCC5C77-BB8B-4DF9-9112-F171A4F09B06}">
      <dgm:prSet/>
      <dgm:spPr/>
      <dgm:t>
        <a:bodyPr/>
        <a:lstStyle/>
        <a:p>
          <a:endParaRPr lang="en-IN"/>
        </a:p>
      </dgm:t>
    </dgm:pt>
    <dgm:pt modelId="{A9764C55-01EC-4BCA-9BEC-55DFEBB06B92}" type="sibTrans" cxnId="{6BCC5C77-BB8B-4DF9-9112-F171A4F09B06}">
      <dgm:prSet/>
      <dgm:spPr/>
      <dgm:t>
        <a:bodyPr/>
        <a:lstStyle/>
        <a:p>
          <a:endParaRPr lang="en-IN"/>
        </a:p>
      </dgm:t>
    </dgm:pt>
    <dgm:pt modelId="{6AFFE5EF-8D62-43A7-8A59-BD589330F8F2}">
      <dgm:prSet custT="1"/>
      <dgm:spPr/>
      <dgm:t>
        <a:bodyPr/>
        <a:lstStyle/>
        <a:p>
          <a:pPr rtl="0"/>
          <a:r>
            <a:rPr lang="en-US" sz="1000" b="1" dirty="0" smtClean="0"/>
            <a:t>d. Cybersecurity for Data Protection</a:t>
          </a:r>
          <a:endParaRPr lang="en-IN" sz="1000" dirty="0"/>
        </a:p>
      </dgm:t>
    </dgm:pt>
    <dgm:pt modelId="{A4A4AB2B-D50C-4D09-AE4E-A7C809BFEC9E}" type="parTrans" cxnId="{5CD0E936-F750-4EC0-A652-6F734ECE2829}">
      <dgm:prSet/>
      <dgm:spPr/>
      <dgm:t>
        <a:bodyPr/>
        <a:lstStyle/>
        <a:p>
          <a:endParaRPr lang="en-IN"/>
        </a:p>
      </dgm:t>
    </dgm:pt>
    <dgm:pt modelId="{2F768476-7E79-4862-BE41-E221D67739EC}" type="sibTrans" cxnId="{5CD0E936-F750-4EC0-A652-6F734ECE2829}">
      <dgm:prSet/>
      <dgm:spPr/>
      <dgm:t>
        <a:bodyPr/>
        <a:lstStyle/>
        <a:p>
          <a:endParaRPr lang="en-IN"/>
        </a:p>
      </dgm:t>
    </dgm:pt>
    <dgm:pt modelId="{1FFC31EF-DD8A-4EEF-A9A2-E8BA72CAB5F0}">
      <dgm:prSet custT="1"/>
      <dgm:spPr/>
      <dgm:t>
        <a:bodyPr/>
        <a:lstStyle/>
        <a:p>
          <a:pPr rtl="0"/>
          <a:r>
            <a:rPr lang="en-US" sz="1000" dirty="0" smtClean="0"/>
            <a:t>IT protects sensitive data (customer details, sales data, financial records) through encryption, firewalls, and access controls.</a:t>
          </a:r>
          <a:endParaRPr lang="en-IN" sz="1000" dirty="0"/>
        </a:p>
      </dgm:t>
    </dgm:pt>
    <dgm:pt modelId="{AC122ADE-EE0F-4032-B67E-E39C8DE679EA}" type="parTrans" cxnId="{5D4C7698-FBB7-40AE-8D7F-052499FAAA7A}">
      <dgm:prSet/>
      <dgm:spPr/>
      <dgm:t>
        <a:bodyPr/>
        <a:lstStyle/>
        <a:p>
          <a:endParaRPr lang="en-IN"/>
        </a:p>
      </dgm:t>
    </dgm:pt>
    <dgm:pt modelId="{8AD12591-44D6-463D-B4BA-E8EC9C5DDB1C}" type="sibTrans" cxnId="{5D4C7698-FBB7-40AE-8D7F-052499FAAA7A}">
      <dgm:prSet/>
      <dgm:spPr/>
      <dgm:t>
        <a:bodyPr/>
        <a:lstStyle/>
        <a:p>
          <a:endParaRPr lang="en-IN"/>
        </a:p>
      </dgm:t>
    </dgm:pt>
    <dgm:pt modelId="{638D33EF-FAB2-4A14-9588-A5048DD11D81}">
      <dgm:prSet custT="1"/>
      <dgm:spPr/>
      <dgm:t>
        <a:bodyPr/>
        <a:lstStyle/>
        <a:p>
          <a:pPr rtl="0"/>
          <a:r>
            <a:rPr lang="en-US" sz="1200" b="1" dirty="0" smtClean="0">
              <a:solidFill>
                <a:srgbClr val="FF0000"/>
              </a:solidFill>
            </a:rPr>
            <a:t>Conclusion (Data View):</a:t>
          </a:r>
          <a:endParaRPr lang="en-IN" sz="1200" dirty="0">
            <a:solidFill>
              <a:srgbClr val="FF0000"/>
            </a:solidFill>
          </a:endParaRPr>
        </a:p>
      </dgm:t>
    </dgm:pt>
    <dgm:pt modelId="{4E463FA8-ED21-4450-91D6-FC60DCF9F8C3}" type="parTrans" cxnId="{969E0E24-86BA-4B59-B74A-776C634FC6E0}">
      <dgm:prSet/>
      <dgm:spPr/>
      <dgm:t>
        <a:bodyPr/>
        <a:lstStyle/>
        <a:p>
          <a:endParaRPr lang="en-IN"/>
        </a:p>
      </dgm:t>
    </dgm:pt>
    <dgm:pt modelId="{4256F6A5-7F3E-41FE-A003-95E50E040DC4}" type="sibTrans" cxnId="{969E0E24-86BA-4B59-B74A-776C634FC6E0}">
      <dgm:prSet/>
      <dgm:spPr/>
      <dgm:t>
        <a:bodyPr/>
        <a:lstStyle/>
        <a:p>
          <a:endParaRPr lang="en-IN"/>
        </a:p>
      </dgm:t>
    </dgm:pt>
    <dgm:pt modelId="{8001A1EA-24EE-42DD-8ECC-07F1CF68988F}">
      <dgm:prSet custT="1"/>
      <dgm:spPr/>
      <dgm:t>
        <a:bodyPr/>
        <a:lstStyle/>
        <a:p>
          <a:pPr rtl="0"/>
          <a:r>
            <a:rPr lang="en-US" sz="1000" b="1" dirty="0" smtClean="0"/>
            <a:t>IT enables the entire data lifecycle—collection, storage, analysis, interpretation, and reporting.</a:t>
          </a:r>
          <a:r>
            <a:rPr lang="en-US" sz="1000" dirty="0" smtClean="0"/>
            <a:t> Without IT infrastructure, no meaningful data analytics could take place.</a:t>
          </a:r>
          <a:endParaRPr lang="en-IN" sz="1000" dirty="0"/>
        </a:p>
      </dgm:t>
    </dgm:pt>
    <dgm:pt modelId="{1E86D5F2-EC38-4160-87EB-63F92CA6E530}" type="parTrans" cxnId="{3E7E5F77-CD42-47D9-A292-2978B9F69821}">
      <dgm:prSet/>
      <dgm:spPr/>
      <dgm:t>
        <a:bodyPr/>
        <a:lstStyle/>
        <a:p>
          <a:endParaRPr lang="en-IN"/>
        </a:p>
      </dgm:t>
    </dgm:pt>
    <dgm:pt modelId="{B5273FE9-0560-43B9-8C72-0CC1EF9BAB9D}" type="sibTrans" cxnId="{3E7E5F77-CD42-47D9-A292-2978B9F69821}">
      <dgm:prSet/>
      <dgm:spPr/>
      <dgm:t>
        <a:bodyPr/>
        <a:lstStyle/>
        <a:p>
          <a:endParaRPr lang="en-IN"/>
        </a:p>
      </dgm:t>
    </dgm:pt>
    <dgm:pt modelId="{93F75881-9FFA-421E-B508-74E14F91AEEF}" type="pres">
      <dgm:prSet presAssocID="{9D3B04CA-7E72-4EAA-93C4-EC4301793DF4}" presName="compositeShape" presStyleCnt="0">
        <dgm:presLayoutVars>
          <dgm:dir/>
          <dgm:resizeHandles/>
        </dgm:presLayoutVars>
      </dgm:prSet>
      <dgm:spPr/>
      <dgm:t>
        <a:bodyPr/>
        <a:lstStyle/>
        <a:p>
          <a:endParaRPr lang="en-IN"/>
        </a:p>
      </dgm:t>
    </dgm:pt>
    <dgm:pt modelId="{FC2196AC-7D99-46B0-A7F6-41F19E9EB3B0}" type="pres">
      <dgm:prSet presAssocID="{9D3B04CA-7E72-4EAA-93C4-EC4301793DF4}" presName="pyramid" presStyleLbl="node1" presStyleIdx="0" presStyleCnt="1"/>
      <dgm:spPr/>
    </dgm:pt>
    <dgm:pt modelId="{32CDB953-A732-47F0-ABC6-4DAC71596F28}" type="pres">
      <dgm:prSet presAssocID="{9D3B04CA-7E72-4EAA-93C4-EC4301793DF4}" presName="theList" presStyleCnt="0"/>
      <dgm:spPr/>
    </dgm:pt>
    <dgm:pt modelId="{7C1FB1B3-A31C-4D3B-9AF0-2DE08622CBA0}" type="pres">
      <dgm:prSet presAssocID="{CF6DFF9B-D1C3-4A62-8ADE-FA326B86706C}" presName="aNode" presStyleLbl="fgAcc1" presStyleIdx="0" presStyleCnt="15" custScaleX="104013" custScaleY="206344" custLinFactY="-170833" custLinFactNeighborX="-126" custLinFactNeighborY="-200000">
        <dgm:presLayoutVars>
          <dgm:bulletEnabled val="1"/>
        </dgm:presLayoutVars>
      </dgm:prSet>
      <dgm:spPr/>
      <dgm:t>
        <a:bodyPr/>
        <a:lstStyle/>
        <a:p>
          <a:endParaRPr lang="en-IN"/>
        </a:p>
      </dgm:t>
    </dgm:pt>
    <dgm:pt modelId="{E6C2912B-F2E6-4DF9-9011-EB1BFD3FEF5E}" type="pres">
      <dgm:prSet presAssocID="{CF6DFF9B-D1C3-4A62-8ADE-FA326B86706C}" presName="aSpace" presStyleCnt="0"/>
      <dgm:spPr/>
    </dgm:pt>
    <dgm:pt modelId="{60CBF040-797A-48EA-839C-DDC423D53DAA}" type="pres">
      <dgm:prSet presAssocID="{6C296CAA-7710-4041-B201-0BE64F316551}" presName="aNode" presStyleLbl="fgAcc1" presStyleIdx="1" presStyleCnt="15" custScaleX="97325" custScaleY="155874" custLinFactY="-168960" custLinFactNeighborX="-125" custLinFactNeighborY="-200000">
        <dgm:presLayoutVars>
          <dgm:bulletEnabled val="1"/>
        </dgm:presLayoutVars>
      </dgm:prSet>
      <dgm:spPr/>
      <dgm:t>
        <a:bodyPr/>
        <a:lstStyle/>
        <a:p>
          <a:endParaRPr lang="en-IN"/>
        </a:p>
      </dgm:t>
    </dgm:pt>
    <dgm:pt modelId="{2C725B61-8E83-4210-89B4-387D394FE7D1}" type="pres">
      <dgm:prSet presAssocID="{6C296CAA-7710-4041-B201-0BE64F316551}" presName="aSpace" presStyleCnt="0"/>
      <dgm:spPr/>
    </dgm:pt>
    <dgm:pt modelId="{D25C0B1E-B947-4C5C-8C62-588DC16DE116}" type="pres">
      <dgm:prSet presAssocID="{15EB3E07-0392-4C0F-84D7-BFF7E717FF33}" presName="aNode" presStyleLbl="fgAcc1" presStyleIdx="2" presStyleCnt="15" custLinFactY="-103483" custLinFactNeighborX="-460" custLinFactNeighborY="-200000">
        <dgm:presLayoutVars>
          <dgm:bulletEnabled val="1"/>
        </dgm:presLayoutVars>
      </dgm:prSet>
      <dgm:spPr/>
      <dgm:t>
        <a:bodyPr/>
        <a:lstStyle/>
        <a:p>
          <a:endParaRPr lang="en-IN"/>
        </a:p>
      </dgm:t>
    </dgm:pt>
    <dgm:pt modelId="{C08CB8F9-8BDF-47D1-BA4E-389A13DC0AB5}" type="pres">
      <dgm:prSet presAssocID="{15EB3E07-0392-4C0F-84D7-BFF7E717FF33}" presName="aSpace" presStyleCnt="0"/>
      <dgm:spPr/>
    </dgm:pt>
    <dgm:pt modelId="{E26D5DF6-2EB7-4542-B119-F2D07DA6DE84}" type="pres">
      <dgm:prSet presAssocID="{0B89B49F-D29E-47A7-8535-C25B6DEF7B7D}" presName="aNode" presStyleLbl="fgAcc1" presStyleIdx="3" presStyleCnt="15" custScaleX="100083" custScaleY="176766" custLinFactY="-100220" custLinFactNeighborX="-418" custLinFactNeighborY="-200000">
        <dgm:presLayoutVars>
          <dgm:bulletEnabled val="1"/>
        </dgm:presLayoutVars>
      </dgm:prSet>
      <dgm:spPr/>
      <dgm:t>
        <a:bodyPr/>
        <a:lstStyle/>
        <a:p>
          <a:endParaRPr lang="en-IN"/>
        </a:p>
      </dgm:t>
    </dgm:pt>
    <dgm:pt modelId="{98951B06-BAAC-4CBA-A942-2609A92A29C5}" type="pres">
      <dgm:prSet presAssocID="{0B89B49F-D29E-47A7-8535-C25B6DEF7B7D}" presName="aSpace" presStyleCnt="0"/>
      <dgm:spPr/>
    </dgm:pt>
    <dgm:pt modelId="{A47ACD34-2429-407B-B849-082297B2EE19}" type="pres">
      <dgm:prSet presAssocID="{D990C469-D157-4E96-B51D-554CA00E4B9B}" presName="aNode" presStyleLbl="fgAcc1" presStyleIdx="4" presStyleCnt="15" custScaleX="100083" custScaleY="206299" custLinFactY="-102587" custLinFactNeighborX="-418" custLinFactNeighborY="-200000">
        <dgm:presLayoutVars>
          <dgm:bulletEnabled val="1"/>
        </dgm:presLayoutVars>
      </dgm:prSet>
      <dgm:spPr/>
      <dgm:t>
        <a:bodyPr/>
        <a:lstStyle/>
        <a:p>
          <a:endParaRPr lang="en-IN"/>
        </a:p>
      </dgm:t>
    </dgm:pt>
    <dgm:pt modelId="{C658332C-32F9-443D-BE4C-223B8D1C4F1D}" type="pres">
      <dgm:prSet presAssocID="{D990C469-D157-4E96-B51D-554CA00E4B9B}" presName="aSpace" presStyleCnt="0"/>
      <dgm:spPr/>
    </dgm:pt>
    <dgm:pt modelId="{130CFE2C-878D-4EBC-9DE4-526E72883272}" type="pres">
      <dgm:prSet presAssocID="{6AB77BEB-5166-4E98-90B5-8FC2A4550A48}" presName="aNode" presStyleLbl="fgAcc1" presStyleIdx="5" presStyleCnt="15" custLinFactY="-100000" custLinFactNeighborX="-460" custLinFactNeighborY="-125630">
        <dgm:presLayoutVars>
          <dgm:bulletEnabled val="1"/>
        </dgm:presLayoutVars>
      </dgm:prSet>
      <dgm:spPr/>
      <dgm:t>
        <a:bodyPr/>
        <a:lstStyle/>
        <a:p>
          <a:endParaRPr lang="en-IN"/>
        </a:p>
      </dgm:t>
    </dgm:pt>
    <dgm:pt modelId="{E0B2E250-58C9-4609-BDBA-5CB4FF8238A5}" type="pres">
      <dgm:prSet presAssocID="{6AB77BEB-5166-4E98-90B5-8FC2A4550A48}" presName="aSpace" presStyleCnt="0"/>
      <dgm:spPr/>
    </dgm:pt>
    <dgm:pt modelId="{B859BFB9-E93F-413F-9A67-BFD04345C8EB}" type="pres">
      <dgm:prSet presAssocID="{C30DC7A4-B99B-4D28-ABF0-054C1E8D7653}" presName="aNode" presStyleLbl="fgAcc1" presStyleIdx="6" presStyleCnt="15" custScaleX="100083" custScaleY="192465" custLinFactY="-95434" custLinFactNeighborX="-418" custLinFactNeighborY="-100000">
        <dgm:presLayoutVars>
          <dgm:bulletEnabled val="1"/>
        </dgm:presLayoutVars>
      </dgm:prSet>
      <dgm:spPr/>
      <dgm:t>
        <a:bodyPr/>
        <a:lstStyle/>
        <a:p>
          <a:endParaRPr lang="en-IN"/>
        </a:p>
      </dgm:t>
    </dgm:pt>
    <dgm:pt modelId="{739BFE82-9B98-4476-9C20-88D39C120921}" type="pres">
      <dgm:prSet presAssocID="{C30DC7A4-B99B-4D28-ABF0-054C1E8D7653}" presName="aSpace" presStyleCnt="0"/>
      <dgm:spPr/>
    </dgm:pt>
    <dgm:pt modelId="{048AC7D2-54B6-45CA-A6CF-A3B20A80B4E7}" type="pres">
      <dgm:prSet presAssocID="{9659BA22-5B13-4D3E-AC9E-FF4112889E7C}" presName="aNode" presStyleLbl="fgAcc1" presStyleIdx="7" presStyleCnt="15" custLinFactY="-89823" custLinFactNeighborX="-460" custLinFactNeighborY="-100000">
        <dgm:presLayoutVars>
          <dgm:bulletEnabled val="1"/>
        </dgm:presLayoutVars>
      </dgm:prSet>
      <dgm:spPr/>
      <dgm:t>
        <a:bodyPr/>
        <a:lstStyle/>
        <a:p>
          <a:endParaRPr lang="en-IN"/>
        </a:p>
      </dgm:t>
    </dgm:pt>
    <dgm:pt modelId="{E8C1306F-A464-4919-AE1D-AA0B793FECAA}" type="pres">
      <dgm:prSet presAssocID="{9659BA22-5B13-4D3E-AC9E-FF4112889E7C}" presName="aSpace" presStyleCnt="0"/>
      <dgm:spPr/>
    </dgm:pt>
    <dgm:pt modelId="{3AC79637-723F-4354-8FFB-1653ACA3D1CB}" type="pres">
      <dgm:prSet presAssocID="{4F0A3635-82D2-4136-BB5B-5B0FE04B2EB9}" presName="aNode" presStyleLbl="fgAcc1" presStyleIdx="8" presStyleCnt="15" custLinFactY="-51912" custLinFactNeighborX="-460" custLinFactNeighborY="-100000">
        <dgm:presLayoutVars>
          <dgm:bulletEnabled val="1"/>
        </dgm:presLayoutVars>
      </dgm:prSet>
      <dgm:spPr/>
      <dgm:t>
        <a:bodyPr/>
        <a:lstStyle/>
        <a:p>
          <a:endParaRPr lang="en-IN"/>
        </a:p>
      </dgm:t>
    </dgm:pt>
    <dgm:pt modelId="{6D77F799-8FE4-4BED-B12F-950AAFA3B729}" type="pres">
      <dgm:prSet presAssocID="{4F0A3635-82D2-4136-BB5B-5B0FE04B2EB9}" presName="aSpace" presStyleCnt="0"/>
      <dgm:spPr/>
    </dgm:pt>
    <dgm:pt modelId="{6F5C4576-BF47-4519-AEC7-C3207AAC3763}" type="pres">
      <dgm:prSet presAssocID="{F5E982EE-2A0B-487A-918E-19B0DBC13668}" presName="aNode" presStyleLbl="fgAcc1" presStyleIdx="9" presStyleCnt="15" custLinFactY="-44083" custLinFactNeighborX="-460" custLinFactNeighborY="-100000">
        <dgm:presLayoutVars>
          <dgm:bulletEnabled val="1"/>
        </dgm:presLayoutVars>
      </dgm:prSet>
      <dgm:spPr/>
      <dgm:t>
        <a:bodyPr/>
        <a:lstStyle/>
        <a:p>
          <a:endParaRPr lang="en-IN"/>
        </a:p>
      </dgm:t>
    </dgm:pt>
    <dgm:pt modelId="{9AA69B7C-0840-41C3-BF66-AD77713B06A9}" type="pres">
      <dgm:prSet presAssocID="{F5E982EE-2A0B-487A-918E-19B0DBC13668}" presName="aSpace" presStyleCnt="0"/>
      <dgm:spPr/>
    </dgm:pt>
    <dgm:pt modelId="{464A9050-BE3C-4F45-BDED-A96DD745332F}" type="pres">
      <dgm:prSet presAssocID="{5092B080-FE4C-4526-921A-242BEEFA14C2}" presName="aNode" presStyleLbl="fgAcc1" presStyleIdx="10" presStyleCnt="15" custLinFactY="-36254" custLinFactNeighborX="-460" custLinFactNeighborY="-100000">
        <dgm:presLayoutVars>
          <dgm:bulletEnabled val="1"/>
        </dgm:presLayoutVars>
      </dgm:prSet>
      <dgm:spPr/>
      <dgm:t>
        <a:bodyPr/>
        <a:lstStyle/>
        <a:p>
          <a:endParaRPr lang="en-IN"/>
        </a:p>
      </dgm:t>
    </dgm:pt>
    <dgm:pt modelId="{C4502C65-F9F4-4BDD-A95D-38E0DE600F9B}" type="pres">
      <dgm:prSet presAssocID="{5092B080-FE4C-4526-921A-242BEEFA14C2}" presName="aSpace" presStyleCnt="0"/>
      <dgm:spPr/>
    </dgm:pt>
    <dgm:pt modelId="{DD189B49-B026-4A2E-A29F-CF8B1F94D2B8}" type="pres">
      <dgm:prSet presAssocID="{6AFFE5EF-8D62-43A7-8A59-BD589330F8F2}" presName="aNode" presStyleLbl="fgAcc1" presStyleIdx="11" presStyleCnt="15">
        <dgm:presLayoutVars>
          <dgm:bulletEnabled val="1"/>
        </dgm:presLayoutVars>
      </dgm:prSet>
      <dgm:spPr/>
      <dgm:t>
        <a:bodyPr/>
        <a:lstStyle/>
        <a:p>
          <a:endParaRPr lang="en-IN"/>
        </a:p>
      </dgm:t>
    </dgm:pt>
    <dgm:pt modelId="{AEA1791D-AF5B-4835-BFCB-D859DD609A73}" type="pres">
      <dgm:prSet presAssocID="{6AFFE5EF-8D62-43A7-8A59-BD589330F8F2}" presName="aSpace" presStyleCnt="0"/>
      <dgm:spPr/>
    </dgm:pt>
    <dgm:pt modelId="{9B711063-5B45-4959-82DE-9C6B0319E85F}" type="pres">
      <dgm:prSet presAssocID="{1FFC31EF-DD8A-4EEF-A9A2-E8BA72CAB5F0}" presName="aNode" presStyleLbl="fgAcc1" presStyleIdx="12" presStyleCnt="15" custScaleX="99749" custScaleY="160647">
        <dgm:presLayoutVars>
          <dgm:bulletEnabled val="1"/>
        </dgm:presLayoutVars>
      </dgm:prSet>
      <dgm:spPr/>
      <dgm:t>
        <a:bodyPr/>
        <a:lstStyle/>
        <a:p>
          <a:endParaRPr lang="en-IN"/>
        </a:p>
      </dgm:t>
    </dgm:pt>
    <dgm:pt modelId="{BF672E1E-ADB0-4980-8159-4B7A52836C05}" type="pres">
      <dgm:prSet presAssocID="{1FFC31EF-DD8A-4EEF-A9A2-E8BA72CAB5F0}" presName="aSpace" presStyleCnt="0"/>
      <dgm:spPr/>
    </dgm:pt>
    <dgm:pt modelId="{D492263F-F928-41E2-90D1-771F528E54B0}" type="pres">
      <dgm:prSet presAssocID="{638D33EF-FAB2-4A14-9588-A5048DD11D81}" presName="aNode" presStyleLbl="fgAcc1" presStyleIdx="13" presStyleCnt="15" custScaleX="99581" custScaleY="115733" custLinFactY="54847" custLinFactNeighborX="1003" custLinFactNeighborY="100000">
        <dgm:presLayoutVars>
          <dgm:bulletEnabled val="1"/>
        </dgm:presLayoutVars>
      </dgm:prSet>
      <dgm:spPr/>
      <dgm:t>
        <a:bodyPr/>
        <a:lstStyle/>
        <a:p>
          <a:endParaRPr lang="en-IN"/>
        </a:p>
      </dgm:t>
    </dgm:pt>
    <dgm:pt modelId="{79E4B5F7-EEF6-4074-B988-2ECCD61144DC}" type="pres">
      <dgm:prSet presAssocID="{638D33EF-FAB2-4A14-9588-A5048DD11D81}" presName="aSpace" presStyleCnt="0"/>
      <dgm:spPr/>
    </dgm:pt>
    <dgm:pt modelId="{115A28ED-84DA-4B79-8EF8-F31E51149FF2}" type="pres">
      <dgm:prSet presAssocID="{8001A1EA-24EE-42DD-8ECC-07F1CF68988F}" presName="aNode" presStyleLbl="fgAcc1" presStyleIdx="14" presStyleCnt="15" custScaleX="105518" custScaleY="218370" custLinFactY="51737" custLinFactNeighborX="627" custLinFactNeighborY="100000">
        <dgm:presLayoutVars>
          <dgm:bulletEnabled val="1"/>
        </dgm:presLayoutVars>
      </dgm:prSet>
      <dgm:spPr/>
      <dgm:t>
        <a:bodyPr/>
        <a:lstStyle/>
        <a:p>
          <a:endParaRPr lang="en-IN"/>
        </a:p>
      </dgm:t>
    </dgm:pt>
    <dgm:pt modelId="{24950C43-C657-4160-89AB-F13C6885E5FC}" type="pres">
      <dgm:prSet presAssocID="{8001A1EA-24EE-42DD-8ECC-07F1CF68988F}" presName="aSpace" presStyleCnt="0"/>
      <dgm:spPr/>
    </dgm:pt>
  </dgm:ptLst>
  <dgm:cxnLst>
    <dgm:cxn modelId="{D81D4CEC-4293-4148-82FE-AFCF605B5EB8}" type="presOf" srcId="{5092B080-FE4C-4526-921A-242BEEFA14C2}" destId="{464A9050-BE3C-4F45-BDED-A96DD745332F}" srcOrd="0" destOrd="0" presId="urn:microsoft.com/office/officeart/2005/8/layout/pyramid2"/>
    <dgm:cxn modelId="{6CE33052-BB21-4F94-AF73-8D8F45ECE424}" type="presOf" srcId="{15EB3E07-0392-4C0F-84D7-BFF7E717FF33}" destId="{D25C0B1E-B947-4C5C-8C62-588DC16DE116}" srcOrd="0" destOrd="0" presId="urn:microsoft.com/office/officeart/2005/8/layout/pyramid2"/>
    <dgm:cxn modelId="{82A5D46C-4B31-4D68-BD79-B54914A6500D}" srcId="{9D3B04CA-7E72-4EAA-93C4-EC4301793DF4}" destId="{6AB77BEB-5166-4E98-90B5-8FC2A4550A48}" srcOrd="5" destOrd="0" parTransId="{DBD44995-CD1A-4A37-8107-9F5248D18ED4}" sibTransId="{5230AECB-BC75-4A1D-A799-DCA295406A1D}"/>
    <dgm:cxn modelId="{057E5A0C-03A8-4753-BB81-4CD3E5719A56}" type="presOf" srcId="{9D3B04CA-7E72-4EAA-93C4-EC4301793DF4}" destId="{93F75881-9FFA-421E-B508-74E14F91AEEF}" srcOrd="0" destOrd="0" presId="urn:microsoft.com/office/officeart/2005/8/layout/pyramid2"/>
    <dgm:cxn modelId="{DAF2DD44-853B-46AA-A06D-54A94A4B32D9}" type="presOf" srcId="{1FFC31EF-DD8A-4EEF-A9A2-E8BA72CAB5F0}" destId="{9B711063-5B45-4959-82DE-9C6B0319E85F}" srcOrd="0" destOrd="0" presId="urn:microsoft.com/office/officeart/2005/8/layout/pyramid2"/>
    <dgm:cxn modelId="{C99D2F3B-E9B1-41FE-A743-B2F5D58D27E3}" type="presOf" srcId="{C30DC7A4-B99B-4D28-ABF0-054C1E8D7653}" destId="{B859BFB9-E93F-413F-9A67-BFD04345C8EB}" srcOrd="0" destOrd="0" presId="urn:microsoft.com/office/officeart/2005/8/layout/pyramid2"/>
    <dgm:cxn modelId="{223EF01E-769A-4631-9ED0-81A18562DC04}" type="presOf" srcId="{D990C469-D157-4E96-B51D-554CA00E4B9B}" destId="{A47ACD34-2429-407B-B849-082297B2EE19}" srcOrd="0" destOrd="0" presId="urn:microsoft.com/office/officeart/2005/8/layout/pyramid2"/>
    <dgm:cxn modelId="{F7F00D1C-13A9-4513-917E-AF22D2BA57CA}" type="presOf" srcId="{638D33EF-FAB2-4A14-9588-A5048DD11D81}" destId="{D492263F-F928-41E2-90D1-771F528E54B0}" srcOrd="0" destOrd="0" presId="urn:microsoft.com/office/officeart/2005/8/layout/pyramid2"/>
    <dgm:cxn modelId="{3E7E5F77-CD42-47D9-A292-2978B9F69821}" srcId="{9D3B04CA-7E72-4EAA-93C4-EC4301793DF4}" destId="{8001A1EA-24EE-42DD-8ECC-07F1CF68988F}" srcOrd="14" destOrd="0" parTransId="{1E86D5F2-EC38-4160-87EB-63F92CA6E530}" sibTransId="{B5273FE9-0560-43B9-8C72-0CC1EF9BAB9D}"/>
    <dgm:cxn modelId="{969E0E24-86BA-4B59-B74A-776C634FC6E0}" srcId="{9D3B04CA-7E72-4EAA-93C4-EC4301793DF4}" destId="{638D33EF-FAB2-4A14-9588-A5048DD11D81}" srcOrd="13" destOrd="0" parTransId="{4E463FA8-ED21-4450-91D6-FC60DCF9F8C3}" sibTransId="{4256F6A5-7F3E-41FE-A003-95E50E040DC4}"/>
    <dgm:cxn modelId="{B227028B-997E-41FB-B817-9B18BBB5A774}" srcId="{9D3B04CA-7E72-4EAA-93C4-EC4301793DF4}" destId="{C30DC7A4-B99B-4D28-ABF0-054C1E8D7653}" srcOrd="6" destOrd="0" parTransId="{689B4C5D-D32A-4A53-BE4B-8EDAFC9E68B3}" sibTransId="{9D79FB5A-5936-4B87-8CAD-41FA60A981E4}"/>
    <dgm:cxn modelId="{9684C41E-039F-4EFE-B19E-D773B5443C61}" type="presOf" srcId="{9659BA22-5B13-4D3E-AC9E-FF4112889E7C}" destId="{048AC7D2-54B6-45CA-A6CF-A3B20A80B4E7}" srcOrd="0" destOrd="0" presId="urn:microsoft.com/office/officeart/2005/8/layout/pyramid2"/>
    <dgm:cxn modelId="{0EB1C972-8DF1-4AC9-B072-84680D4BF27F}" srcId="{9D3B04CA-7E72-4EAA-93C4-EC4301793DF4}" destId="{9659BA22-5B13-4D3E-AC9E-FF4112889E7C}" srcOrd="7" destOrd="0" parTransId="{04E22A29-92E3-4BAD-A517-4875DCC64FA0}" sibTransId="{B792D6A5-4EBC-479C-9625-F368C1E5F447}"/>
    <dgm:cxn modelId="{D09D1091-4B9A-4765-8248-C2081E3F36DA}" srcId="{9D3B04CA-7E72-4EAA-93C4-EC4301793DF4}" destId="{0B89B49F-D29E-47A7-8535-C25B6DEF7B7D}" srcOrd="3" destOrd="0" parTransId="{2B5F312B-5661-4DD9-A352-1B2D26595718}" sibTransId="{35892F83-B0A2-4D90-8645-9339531FE52B}"/>
    <dgm:cxn modelId="{3B6C0B88-B0E8-4177-95B8-952311D77398}" srcId="{9D3B04CA-7E72-4EAA-93C4-EC4301793DF4}" destId="{4F0A3635-82D2-4136-BB5B-5B0FE04B2EB9}" srcOrd="8" destOrd="0" parTransId="{A4CD408B-05E2-4565-8A99-1DC6FE3BC1DF}" sibTransId="{944EFBDB-BB89-429E-9413-69BDEA785F6A}"/>
    <dgm:cxn modelId="{11F584E2-54AD-4F77-8D3D-957E437D0BD2}" type="presOf" srcId="{F5E982EE-2A0B-487A-918E-19B0DBC13668}" destId="{6F5C4576-BF47-4519-AEC7-C3207AAC3763}" srcOrd="0" destOrd="0" presId="urn:microsoft.com/office/officeart/2005/8/layout/pyramid2"/>
    <dgm:cxn modelId="{DC59EA56-9CC9-4C6F-826B-E07D5184CB06}" type="presOf" srcId="{6AFFE5EF-8D62-43A7-8A59-BD589330F8F2}" destId="{DD189B49-B026-4A2E-A29F-CF8B1F94D2B8}" srcOrd="0" destOrd="0" presId="urn:microsoft.com/office/officeart/2005/8/layout/pyramid2"/>
    <dgm:cxn modelId="{7EC9BF5D-0ACC-45F5-AF96-4D7806A11DD5}" srcId="{9D3B04CA-7E72-4EAA-93C4-EC4301793DF4}" destId="{D990C469-D157-4E96-B51D-554CA00E4B9B}" srcOrd="4" destOrd="0" parTransId="{F65A82C9-8B55-4C09-9BE1-2C6251567C2D}" sibTransId="{509282BE-C303-4046-B9F0-E623310BBB71}"/>
    <dgm:cxn modelId="{6BCC5C77-BB8B-4DF9-9112-F171A4F09B06}" srcId="{9D3B04CA-7E72-4EAA-93C4-EC4301793DF4}" destId="{5092B080-FE4C-4526-921A-242BEEFA14C2}" srcOrd="10" destOrd="0" parTransId="{BE22CA06-E220-4F79-99E3-F7A2A168529A}" sibTransId="{A9764C55-01EC-4BCA-9BEC-55DFEBB06B92}"/>
    <dgm:cxn modelId="{982667AE-1CE3-4EB7-B4BE-046F35BA555A}" type="presOf" srcId="{8001A1EA-24EE-42DD-8ECC-07F1CF68988F}" destId="{115A28ED-84DA-4B79-8EF8-F31E51149FF2}" srcOrd="0" destOrd="0" presId="urn:microsoft.com/office/officeart/2005/8/layout/pyramid2"/>
    <dgm:cxn modelId="{E72C0D9B-97FE-48C8-8C0C-502830BA9882}" type="presOf" srcId="{CF6DFF9B-D1C3-4A62-8ADE-FA326B86706C}" destId="{7C1FB1B3-A31C-4D3B-9AF0-2DE08622CBA0}" srcOrd="0" destOrd="0" presId="urn:microsoft.com/office/officeart/2005/8/layout/pyramid2"/>
    <dgm:cxn modelId="{ECC436CA-0E67-4361-B256-D41DE336726B}" type="presOf" srcId="{6AB77BEB-5166-4E98-90B5-8FC2A4550A48}" destId="{130CFE2C-878D-4EBC-9DE4-526E72883272}" srcOrd="0" destOrd="0" presId="urn:microsoft.com/office/officeart/2005/8/layout/pyramid2"/>
    <dgm:cxn modelId="{A0DBA535-0A97-4815-8FEF-1CEDC2956D51}" srcId="{9D3B04CA-7E72-4EAA-93C4-EC4301793DF4}" destId="{CF6DFF9B-D1C3-4A62-8ADE-FA326B86706C}" srcOrd="0" destOrd="0" parTransId="{54531932-87DE-4F81-A005-C978FC1DAE47}" sibTransId="{C3369859-77F8-4304-916F-CAE3B391E0FB}"/>
    <dgm:cxn modelId="{BF630E8B-71D5-4380-B25B-0FB1B1FC671F}" srcId="{9D3B04CA-7E72-4EAA-93C4-EC4301793DF4}" destId="{15EB3E07-0392-4C0F-84D7-BFF7E717FF33}" srcOrd="2" destOrd="0" parTransId="{3086A53F-2264-4C74-87C7-58DDB0742F5C}" sibTransId="{EB2AECA2-0A5A-4734-93CF-8D299FC08AA1}"/>
    <dgm:cxn modelId="{3536D975-1F59-4014-9445-FF6206D163B9}" type="presOf" srcId="{0B89B49F-D29E-47A7-8535-C25B6DEF7B7D}" destId="{E26D5DF6-2EB7-4542-B119-F2D07DA6DE84}" srcOrd="0" destOrd="0" presId="urn:microsoft.com/office/officeart/2005/8/layout/pyramid2"/>
    <dgm:cxn modelId="{3C4CA56A-8E90-46FE-B8C3-14B48CAEC8AF}" type="presOf" srcId="{4F0A3635-82D2-4136-BB5B-5B0FE04B2EB9}" destId="{3AC79637-723F-4354-8FFB-1653ACA3D1CB}" srcOrd="0" destOrd="0" presId="urn:microsoft.com/office/officeart/2005/8/layout/pyramid2"/>
    <dgm:cxn modelId="{2C1C9E8B-65AF-4E8E-BE3C-18B35705E963}" srcId="{9D3B04CA-7E72-4EAA-93C4-EC4301793DF4}" destId="{6C296CAA-7710-4041-B201-0BE64F316551}" srcOrd="1" destOrd="0" parTransId="{8AB8359E-14CA-4B31-8030-1B0E52E8189E}" sibTransId="{ECDEAA2D-E9B0-4C5D-8477-92E8D1F9D92B}"/>
    <dgm:cxn modelId="{5D4C7698-FBB7-40AE-8D7F-052499FAAA7A}" srcId="{9D3B04CA-7E72-4EAA-93C4-EC4301793DF4}" destId="{1FFC31EF-DD8A-4EEF-A9A2-E8BA72CAB5F0}" srcOrd="12" destOrd="0" parTransId="{AC122ADE-EE0F-4032-B67E-E39C8DE679EA}" sibTransId="{8AD12591-44D6-463D-B4BA-E8EC9C5DDB1C}"/>
    <dgm:cxn modelId="{DE22F8C7-221B-4A9C-9B60-1C2586188023}" srcId="{9D3B04CA-7E72-4EAA-93C4-EC4301793DF4}" destId="{F5E982EE-2A0B-487A-918E-19B0DBC13668}" srcOrd="9" destOrd="0" parTransId="{53441712-4FB4-4BC7-BE44-5406C2CBB45C}" sibTransId="{A49418CB-DCFD-4796-89AB-494827919663}"/>
    <dgm:cxn modelId="{5CD0E936-F750-4EC0-A652-6F734ECE2829}" srcId="{9D3B04CA-7E72-4EAA-93C4-EC4301793DF4}" destId="{6AFFE5EF-8D62-43A7-8A59-BD589330F8F2}" srcOrd="11" destOrd="0" parTransId="{A4A4AB2B-D50C-4D09-AE4E-A7C809BFEC9E}" sibTransId="{2F768476-7E79-4862-BE41-E221D67739EC}"/>
    <dgm:cxn modelId="{1C4E0BD5-8B50-43FA-90C7-6CA15026E899}" type="presOf" srcId="{6C296CAA-7710-4041-B201-0BE64F316551}" destId="{60CBF040-797A-48EA-839C-DDC423D53DAA}" srcOrd="0" destOrd="0" presId="urn:microsoft.com/office/officeart/2005/8/layout/pyramid2"/>
    <dgm:cxn modelId="{D7C3A24A-55F0-4B0D-AB26-F24C5AF826A4}" type="presParOf" srcId="{93F75881-9FFA-421E-B508-74E14F91AEEF}" destId="{FC2196AC-7D99-46B0-A7F6-41F19E9EB3B0}" srcOrd="0" destOrd="0" presId="urn:microsoft.com/office/officeart/2005/8/layout/pyramid2"/>
    <dgm:cxn modelId="{945FD110-B693-412C-86A0-9AF7AB5A0841}" type="presParOf" srcId="{93F75881-9FFA-421E-B508-74E14F91AEEF}" destId="{32CDB953-A732-47F0-ABC6-4DAC71596F28}" srcOrd="1" destOrd="0" presId="urn:microsoft.com/office/officeart/2005/8/layout/pyramid2"/>
    <dgm:cxn modelId="{21F7420F-7A49-427A-A936-5690E91C47EA}" type="presParOf" srcId="{32CDB953-A732-47F0-ABC6-4DAC71596F28}" destId="{7C1FB1B3-A31C-4D3B-9AF0-2DE08622CBA0}" srcOrd="0" destOrd="0" presId="urn:microsoft.com/office/officeart/2005/8/layout/pyramid2"/>
    <dgm:cxn modelId="{50D4DE26-55DA-48E3-B735-E70C2376E8F0}" type="presParOf" srcId="{32CDB953-A732-47F0-ABC6-4DAC71596F28}" destId="{E6C2912B-F2E6-4DF9-9011-EB1BFD3FEF5E}" srcOrd="1" destOrd="0" presId="urn:microsoft.com/office/officeart/2005/8/layout/pyramid2"/>
    <dgm:cxn modelId="{77E72591-751D-400E-8B81-EA98EAAC834D}" type="presParOf" srcId="{32CDB953-A732-47F0-ABC6-4DAC71596F28}" destId="{60CBF040-797A-48EA-839C-DDC423D53DAA}" srcOrd="2" destOrd="0" presId="urn:microsoft.com/office/officeart/2005/8/layout/pyramid2"/>
    <dgm:cxn modelId="{CCE6AD90-D493-4010-B276-D35799D10EA2}" type="presParOf" srcId="{32CDB953-A732-47F0-ABC6-4DAC71596F28}" destId="{2C725B61-8E83-4210-89B4-387D394FE7D1}" srcOrd="3" destOrd="0" presId="urn:microsoft.com/office/officeart/2005/8/layout/pyramid2"/>
    <dgm:cxn modelId="{DF39DCFE-90C1-4B52-90D7-1C546B43D6CF}" type="presParOf" srcId="{32CDB953-A732-47F0-ABC6-4DAC71596F28}" destId="{D25C0B1E-B947-4C5C-8C62-588DC16DE116}" srcOrd="4" destOrd="0" presId="urn:microsoft.com/office/officeart/2005/8/layout/pyramid2"/>
    <dgm:cxn modelId="{C09E7234-1CB4-44BC-91BC-08A4AB32DB4A}" type="presParOf" srcId="{32CDB953-A732-47F0-ABC6-4DAC71596F28}" destId="{C08CB8F9-8BDF-47D1-BA4E-389A13DC0AB5}" srcOrd="5" destOrd="0" presId="urn:microsoft.com/office/officeart/2005/8/layout/pyramid2"/>
    <dgm:cxn modelId="{86E15855-A333-41D9-9594-A79741EA28DB}" type="presParOf" srcId="{32CDB953-A732-47F0-ABC6-4DAC71596F28}" destId="{E26D5DF6-2EB7-4542-B119-F2D07DA6DE84}" srcOrd="6" destOrd="0" presId="urn:microsoft.com/office/officeart/2005/8/layout/pyramid2"/>
    <dgm:cxn modelId="{99672F3B-AB1F-4011-80A3-54CB75F1AE89}" type="presParOf" srcId="{32CDB953-A732-47F0-ABC6-4DAC71596F28}" destId="{98951B06-BAAC-4CBA-A942-2609A92A29C5}" srcOrd="7" destOrd="0" presId="urn:microsoft.com/office/officeart/2005/8/layout/pyramid2"/>
    <dgm:cxn modelId="{920C85B0-18E5-458C-B85B-C46AFB695E25}" type="presParOf" srcId="{32CDB953-A732-47F0-ABC6-4DAC71596F28}" destId="{A47ACD34-2429-407B-B849-082297B2EE19}" srcOrd="8" destOrd="0" presId="urn:microsoft.com/office/officeart/2005/8/layout/pyramid2"/>
    <dgm:cxn modelId="{81A0C071-9931-4F1B-A668-B6D1D2167F45}" type="presParOf" srcId="{32CDB953-A732-47F0-ABC6-4DAC71596F28}" destId="{C658332C-32F9-443D-BE4C-223B8D1C4F1D}" srcOrd="9" destOrd="0" presId="urn:microsoft.com/office/officeart/2005/8/layout/pyramid2"/>
    <dgm:cxn modelId="{A4C06CBF-BC56-48B4-AA47-A9F3374576B1}" type="presParOf" srcId="{32CDB953-A732-47F0-ABC6-4DAC71596F28}" destId="{130CFE2C-878D-4EBC-9DE4-526E72883272}" srcOrd="10" destOrd="0" presId="urn:microsoft.com/office/officeart/2005/8/layout/pyramid2"/>
    <dgm:cxn modelId="{ADEA5E65-9E18-40A3-9CD2-0F1767AA9E99}" type="presParOf" srcId="{32CDB953-A732-47F0-ABC6-4DAC71596F28}" destId="{E0B2E250-58C9-4609-BDBA-5CB4FF8238A5}" srcOrd="11" destOrd="0" presId="urn:microsoft.com/office/officeart/2005/8/layout/pyramid2"/>
    <dgm:cxn modelId="{6BAA1BF9-DB4F-439C-AC41-25A4C5C13F0C}" type="presParOf" srcId="{32CDB953-A732-47F0-ABC6-4DAC71596F28}" destId="{B859BFB9-E93F-413F-9A67-BFD04345C8EB}" srcOrd="12" destOrd="0" presId="urn:microsoft.com/office/officeart/2005/8/layout/pyramid2"/>
    <dgm:cxn modelId="{39840442-EBF5-4DC7-8D5E-54BA8FB538D5}" type="presParOf" srcId="{32CDB953-A732-47F0-ABC6-4DAC71596F28}" destId="{739BFE82-9B98-4476-9C20-88D39C120921}" srcOrd="13" destOrd="0" presId="urn:microsoft.com/office/officeart/2005/8/layout/pyramid2"/>
    <dgm:cxn modelId="{F3FEC98A-E348-4D61-B094-B0B4E7850F13}" type="presParOf" srcId="{32CDB953-A732-47F0-ABC6-4DAC71596F28}" destId="{048AC7D2-54B6-45CA-A6CF-A3B20A80B4E7}" srcOrd="14" destOrd="0" presId="urn:microsoft.com/office/officeart/2005/8/layout/pyramid2"/>
    <dgm:cxn modelId="{D1FC4E27-7224-4829-AA2F-6E613465AFCF}" type="presParOf" srcId="{32CDB953-A732-47F0-ABC6-4DAC71596F28}" destId="{E8C1306F-A464-4919-AE1D-AA0B793FECAA}" srcOrd="15" destOrd="0" presId="urn:microsoft.com/office/officeart/2005/8/layout/pyramid2"/>
    <dgm:cxn modelId="{BDBBE0DA-2721-4FB0-A26F-72F43D8F76F1}" type="presParOf" srcId="{32CDB953-A732-47F0-ABC6-4DAC71596F28}" destId="{3AC79637-723F-4354-8FFB-1653ACA3D1CB}" srcOrd="16" destOrd="0" presId="urn:microsoft.com/office/officeart/2005/8/layout/pyramid2"/>
    <dgm:cxn modelId="{4E498E6C-9E39-49AD-A447-BA312889CCDD}" type="presParOf" srcId="{32CDB953-A732-47F0-ABC6-4DAC71596F28}" destId="{6D77F799-8FE4-4BED-B12F-950AAFA3B729}" srcOrd="17" destOrd="0" presId="urn:microsoft.com/office/officeart/2005/8/layout/pyramid2"/>
    <dgm:cxn modelId="{3DE9B5F5-CE8D-4A32-B68B-85E7D87ED187}" type="presParOf" srcId="{32CDB953-A732-47F0-ABC6-4DAC71596F28}" destId="{6F5C4576-BF47-4519-AEC7-C3207AAC3763}" srcOrd="18" destOrd="0" presId="urn:microsoft.com/office/officeart/2005/8/layout/pyramid2"/>
    <dgm:cxn modelId="{2C630583-D017-411C-B40F-C8FE5D33114C}" type="presParOf" srcId="{32CDB953-A732-47F0-ABC6-4DAC71596F28}" destId="{9AA69B7C-0840-41C3-BF66-AD77713B06A9}" srcOrd="19" destOrd="0" presId="urn:microsoft.com/office/officeart/2005/8/layout/pyramid2"/>
    <dgm:cxn modelId="{81449BC2-FF80-499E-B506-0881404A5761}" type="presParOf" srcId="{32CDB953-A732-47F0-ABC6-4DAC71596F28}" destId="{464A9050-BE3C-4F45-BDED-A96DD745332F}" srcOrd="20" destOrd="0" presId="urn:microsoft.com/office/officeart/2005/8/layout/pyramid2"/>
    <dgm:cxn modelId="{3506D395-6988-433A-B754-C57129D760DF}" type="presParOf" srcId="{32CDB953-A732-47F0-ABC6-4DAC71596F28}" destId="{C4502C65-F9F4-4BDD-A95D-38E0DE600F9B}" srcOrd="21" destOrd="0" presId="urn:microsoft.com/office/officeart/2005/8/layout/pyramid2"/>
    <dgm:cxn modelId="{4CEAEC5D-4F56-460C-81A6-1C4EF88F647E}" type="presParOf" srcId="{32CDB953-A732-47F0-ABC6-4DAC71596F28}" destId="{DD189B49-B026-4A2E-A29F-CF8B1F94D2B8}" srcOrd="22" destOrd="0" presId="urn:microsoft.com/office/officeart/2005/8/layout/pyramid2"/>
    <dgm:cxn modelId="{524D5D34-5700-4C63-A0F7-A8D20930B5BB}" type="presParOf" srcId="{32CDB953-A732-47F0-ABC6-4DAC71596F28}" destId="{AEA1791D-AF5B-4835-BFCB-D859DD609A73}" srcOrd="23" destOrd="0" presId="urn:microsoft.com/office/officeart/2005/8/layout/pyramid2"/>
    <dgm:cxn modelId="{40FEB81B-E09F-4750-B2B6-679D581C06D6}" type="presParOf" srcId="{32CDB953-A732-47F0-ABC6-4DAC71596F28}" destId="{9B711063-5B45-4959-82DE-9C6B0319E85F}" srcOrd="24" destOrd="0" presId="urn:microsoft.com/office/officeart/2005/8/layout/pyramid2"/>
    <dgm:cxn modelId="{46FCA3BD-AECF-493C-BB2B-C13D459FA4F8}" type="presParOf" srcId="{32CDB953-A732-47F0-ABC6-4DAC71596F28}" destId="{BF672E1E-ADB0-4980-8159-4B7A52836C05}" srcOrd="25" destOrd="0" presId="urn:microsoft.com/office/officeart/2005/8/layout/pyramid2"/>
    <dgm:cxn modelId="{52257D52-14C9-4D3B-BB92-1BA571198531}" type="presParOf" srcId="{32CDB953-A732-47F0-ABC6-4DAC71596F28}" destId="{D492263F-F928-41E2-90D1-771F528E54B0}" srcOrd="26" destOrd="0" presId="urn:microsoft.com/office/officeart/2005/8/layout/pyramid2"/>
    <dgm:cxn modelId="{18DF26C2-3DE4-4F6E-995C-EB36B55065AA}" type="presParOf" srcId="{32CDB953-A732-47F0-ABC6-4DAC71596F28}" destId="{79E4B5F7-EEF6-4074-B988-2ECCD61144DC}" srcOrd="27" destOrd="0" presId="urn:microsoft.com/office/officeart/2005/8/layout/pyramid2"/>
    <dgm:cxn modelId="{0D16AF4D-F469-48D2-857C-844CB19EDD09}" type="presParOf" srcId="{32CDB953-A732-47F0-ABC6-4DAC71596F28}" destId="{115A28ED-84DA-4B79-8EF8-F31E51149FF2}" srcOrd="28" destOrd="0" presId="urn:microsoft.com/office/officeart/2005/8/layout/pyramid2"/>
    <dgm:cxn modelId="{CDC59A8B-D4B3-44DE-A088-6218FE00F543}" type="presParOf" srcId="{32CDB953-A732-47F0-ABC6-4DAC71596F28}" destId="{24950C43-C657-4160-89AB-F13C6885E5FC}" srcOrd="29"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C623E9A-BE72-45A6-86A6-80E0FB8C630B}" type="doc">
      <dgm:prSet loTypeId="urn:microsoft.com/office/officeart/2005/8/layout/pyramid2" loCatId="pyramid" qsTypeId="urn:microsoft.com/office/officeart/2005/8/quickstyle/3d2" qsCatId="3D" csTypeId="urn:microsoft.com/office/officeart/2005/8/colors/colorful3" csCatId="colorful" phldr="1"/>
      <dgm:spPr/>
      <dgm:t>
        <a:bodyPr/>
        <a:lstStyle/>
        <a:p>
          <a:endParaRPr lang="en-IN"/>
        </a:p>
      </dgm:t>
    </dgm:pt>
    <dgm:pt modelId="{7212F40D-8062-48BF-84AD-5DDC11628A13}">
      <dgm:prSet custT="1"/>
      <dgm:spPr/>
      <dgm:t>
        <a:bodyPr/>
        <a:lstStyle/>
        <a:p>
          <a:pPr rtl="0"/>
          <a:r>
            <a:rPr lang="en-US" sz="1200" b="1" dirty="0" smtClean="0">
              <a:solidFill>
                <a:srgbClr val="FF0000"/>
              </a:solidFill>
            </a:rPr>
            <a:t>2. IT From a Business Analysis Perspective</a:t>
          </a:r>
          <a:endParaRPr lang="en-IN" sz="1200" b="1" dirty="0">
            <a:solidFill>
              <a:srgbClr val="FF0000"/>
            </a:solidFill>
          </a:endParaRPr>
        </a:p>
      </dgm:t>
    </dgm:pt>
    <dgm:pt modelId="{7233C17C-4AFE-4A1E-AF9C-C76A671998D1}" type="parTrans" cxnId="{F3B29251-44CF-4431-AE2B-07CAF1ED0471}">
      <dgm:prSet/>
      <dgm:spPr/>
      <dgm:t>
        <a:bodyPr/>
        <a:lstStyle/>
        <a:p>
          <a:endParaRPr lang="en-IN"/>
        </a:p>
      </dgm:t>
    </dgm:pt>
    <dgm:pt modelId="{FCACF64F-C5BB-42E5-AF94-C2C193582A51}" type="sibTrans" cxnId="{F3B29251-44CF-4431-AE2B-07CAF1ED0471}">
      <dgm:prSet/>
      <dgm:spPr/>
      <dgm:t>
        <a:bodyPr/>
        <a:lstStyle/>
        <a:p>
          <a:endParaRPr lang="en-IN"/>
        </a:p>
      </dgm:t>
    </dgm:pt>
    <dgm:pt modelId="{9A90DBA8-9D15-4ECC-87A6-5CFF1E074051}">
      <dgm:prSet custT="1"/>
      <dgm:spPr/>
      <dgm:t>
        <a:bodyPr/>
        <a:lstStyle/>
        <a:p>
          <a:pPr rtl="0"/>
          <a:r>
            <a:rPr lang="en-US" sz="1100" dirty="0" smtClean="0"/>
            <a:t>Business analysts view IT as a key enabler of organizational processes and strategic decision-making.</a:t>
          </a:r>
          <a:endParaRPr lang="en-IN" sz="1100" dirty="0"/>
        </a:p>
      </dgm:t>
    </dgm:pt>
    <dgm:pt modelId="{7F41DF9E-7AB0-45F5-9A98-232F9FEEA385}" type="parTrans" cxnId="{CEC4C398-5822-4E5F-BF06-F7EB6D3369FA}">
      <dgm:prSet/>
      <dgm:spPr/>
      <dgm:t>
        <a:bodyPr/>
        <a:lstStyle/>
        <a:p>
          <a:endParaRPr lang="en-IN"/>
        </a:p>
      </dgm:t>
    </dgm:pt>
    <dgm:pt modelId="{D715688C-9869-4786-B7AF-81DA721F320A}" type="sibTrans" cxnId="{CEC4C398-5822-4E5F-BF06-F7EB6D3369FA}">
      <dgm:prSet/>
      <dgm:spPr/>
      <dgm:t>
        <a:bodyPr/>
        <a:lstStyle/>
        <a:p>
          <a:endParaRPr lang="en-IN"/>
        </a:p>
      </dgm:t>
    </dgm:pt>
    <dgm:pt modelId="{83263CF9-9BDC-4D6E-99DF-51D1BB6341F3}">
      <dgm:prSet custT="1"/>
      <dgm:spPr/>
      <dgm:t>
        <a:bodyPr/>
        <a:lstStyle/>
        <a:p>
          <a:pPr rtl="0"/>
          <a:r>
            <a:rPr lang="en-US" sz="1100" b="1" dirty="0" smtClean="0"/>
            <a:t>a. IT as a Support System for Business Processes</a:t>
          </a:r>
          <a:endParaRPr lang="en-IN" sz="1100" b="1" dirty="0"/>
        </a:p>
      </dgm:t>
    </dgm:pt>
    <dgm:pt modelId="{F73D9FF1-0D37-415C-877E-F4FBBD039E44}" type="parTrans" cxnId="{A7148FE6-5F14-4098-A7EA-50D3137BFDEA}">
      <dgm:prSet/>
      <dgm:spPr/>
      <dgm:t>
        <a:bodyPr/>
        <a:lstStyle/>
        <a:p>
          <a:endParaRPr lang="en-IN"/>
        </a:p>
      </dgm:t>
    </dgm:pt>
    <dgm:pt modelId="{E39B298B-FB5E-4C28-8C29-C3FB01C69ADF}" type="sibTrans" cxnId="{A7148FE6-5F14-4098-A7EA-50D3137BFDEA}">
      <dgm:prSet/>
      <dgm:spPr/>
      <dgm:t>
        <a:bodyPr/>
        <a:lstStyle/>
        <a:p>
          <a:endParaRPr lang="en-IN"/>
        </a:p>
      </dgm:t>
    </dgm:pt>
    <dgm:pt modelId="{F9FCCBD0-DF44-4297-83E6-38C1C4BCA6E3}">
      <dgm:prSet custT="1"/>
      <dgm:spPr/>
      <dgm:t>
        <a:bodyPr/>
        <a:lstStyle/>
        <a:p>
          <a:pPr rtl="0"/>
          <a:r>
            <a:rPr lang="en-US" sz="1100" dirty="0" smtClean="0"/>
            <a:t>IT systems automate workflows (ERP, CRM, HRMS).</a:t>
          </a:r>
          <a:endParaRPr lang="en-IN" sz="1100" dirty="0"/>
        </a:p>
      </dgm:t>
    </dgm:pt>
    <dgm:pt modelId="{CDB5FA76-D1EA-4941-8C9A-4BB14BD580E7}" type="parTrans" cxnId="{4C0936E7-8291-42E1-89DF-443DC99670EC}">
      <dgm:prSet/>
      <dgm:spPr/>
      <dgm:t>
        <a:bodyPr/>
        <a:lstStyle/>
        <a:p>
          <a:endParaRPr lang="en-IN"/>
        </a:p>
      </dgm:t>
    </dgm:pt>
    <dgm:pt modelId="{2FA2FCAE-EE6E-4298-861B-D972210B1658}" type="sibTrans" cxnId="{4C0936E7-8291-42E1-89DF-443DC99670EC}">
      <dgm:prSet/>
      <dgm:spPr/>
      <dgm:t>
        <a:bodyPr/>
        <a:lstStyle/>
        <a:p>
          <a:endParaRPr lang="en-IN"/>
        </a:p>
      </dgm:t>
    </dgm:pt>
    <dgm:pt modelId="{67998DA1-D6AC-48DA-A4C1-1CAE50C1A579}">
      <dgm:prSet custT="1"/>
      <dgm:spPr/>
      <dgm:t>
        <a:bodyPr/>
        <a:lstStyle/>
        <a:p>
          <a:pPr rtl="0"/>
          <a:r>
            <a:rPr lang="en-US" sz="1100" dirty="0" smtClean="0"/>
            <a:t>They improve efficiency, reduce manual work, and increase accuracy.</a:t>
          </a:r>
          <a:endParaRPr lang="en-IN" sz="1100" dirty="0"/>
        </a:p>
      </dgm:t>
    </dgm:pt>
    <dgm:pt modelId="{8419B4BD-E0E6-439C-843A-A80C1ABE2985}" type="parTrans" cxnId="{3EABAAFB-B113-404A-8105-B003D9A140D9}">
      <dgm:prSet/>
      <dgm:spPr/>
      <dgm:t>
        <a:bodyPr/>
        <a:lstStyle/>
        <a:p>
          <a:endParaRPr lang="en-IN"/>
        </a:p>
      </dgm:t>
    </dgm:pt>
    <dgm:pt modelId="{D9CAA41A-A6C5-4C86-B691-959C1853E910}" type="sibTrans" cxnId="{3EABAAFB-B113-404A-8105-B003D9A140D9}">
      <dgm:prSet/>
      <dgm:spPr/>
      <dgm:t>
        <a:bodyPr/>
        <a:lstStyle/>
        <a:p>
          <a:endParaRPr lang="en-IN"/>
        </a:p>
      </dgm:t>
    </dgm:pt>
    <dgm:pt modelId="{AFA7D330-C1AC-4800-8CBC-3D9C20B04929}">
      <dgm:prSet custT="1"/>
      <dgm:spPr/>
      <dgm:t>
        <a:bodyPr/>
        <a:lstStyle/>
        <a:p>
          <a:pPr rtl="0"/>
          <a:r>
            <a:rPr lang="en-US" sz="1100" b="1" dirty="0" smtClean="0"/>
            <a:t>b. IT Aligns Technology with Business Goals</a:t>
          </a:r>
          <a:endParaRPr lang="en-IN" sz="1100" b="1" dirty="0"/>
        </a:p>
      </dgm:t>
    </dgm:pt>
    <dgm:pt modelId="{D33861DC-496F-432E-A5A4-17E6C09FD93C}" type="parTrans" cxnId="{A77C273B-F56B-4064-BA7A-99493FF3F54B}">
      <dgm:prSet/>
      <dgm:spPr/>
      <dgm:t>
        <a:bodyPr/>
        <a:lstStyle/>
        <a:p>
          <a:endParaRPr lang="en-IN"/>
        </a:p>
      </dgm:t>
    </dgm:pt>
    <dgm:pt modelId="{1EECB375-A7DB-4C02-A50C-5649BF3C2023}" type="sibTrans" cxnId="{A77C273B-F56B-4064-BA7A-99493FF3F54B}">
      <dgm:prSet/>
      <dgm:spPr/>
      <dgm:t>
        <a:bodyPr/>
        <a:lstStyle/>
        <a:p>
          <a:endParaRPr lang="en-IN"/>
        </a:p>
      </dgm:t>
    </dgm:pt>
    <dgm:pt modelId="{A77D239D-D3FD-46C7-9505-8C47463A8076}">
      <dgm:prSet custT="1"/>
      <dgm:spPr/>
      <dgm:t>
        <a:bodyPr/>
        <a:lstStyle/>
        <a:p>
          <a:pPr rtl="0"/>
          <a:r>
            <a:rPr lang="en-US" sz="1100" dirty="0" smtClean="0"/>
            <a:t>Business analysts ensure that:</a:t>
          </a:r>
          <a:endParaRPr lang="en-IN" sz="1100" dirty="0"/>
        </a:p>
      </dgm:t>
    </dgm:pt>
    <dgm:pt modelId="{7D2EB2CC-EAA7-4EC4-970D-7A9C464DA653}" type="parTrans" cxnId="{D9BAAA42-322C-4E12-A49A-48C3FD14A3AB}">
      <dgm:prSet/>
      <dgm:spPr/>
      <dgm:t>
        <a:bodyPr/>
        <a:lstStyle/>
        <a:p>
          <a:endParaRPr lang="en-IN"/>
        </a:p>
      </dgm:t>
    </dgm:pt>
    <dgm:pt modelId="{44C9EF67-696B-440B-A946-399E277DF766}" type="sibTrans" cxnId="{D9BAAA42-322C-4E12-A49A-48C3FD14A3AB}">
      <dgm:prSet/>
      <dgm:spPr/>
      <dgm:t>
        <a:bodyPr/>
        <a:lstStyle/>
        <a:p>
          <a:endParaRPr lang="en-IN"/>
        </a:p>
      </dgm:t>
    </dgm:pt>
    <dgm:pt modelId="{FD3C010A-E54F-4E48-9047-2062B80FC0A1}">
      <dgm:prSet custT="1"/>
      <dgm:spPr/>
      <dgm:t>
        <a:bodyPr/>
        <a:lstStyle/>
        <a:p>
          <a:pPr rtl="0"/>
          <a:r>
            <a:rPr lang="en-US" sz="1100" dirty="0" smtClean="0"/>
            <a:t>digital tools support business needs,</a:t>
          </a:r>
          <a:endParaRPr lang="en-IN" sz="1100" dirty="0"/>
        </a:p>
      </dgm:t>
    </dgm:pt>
    <dgm:pt modelId="{18B5E4F8-3727-4026-8723-86CC078DBE44}" type="parTrans" cxnId="{7EB1B012-42C0-46D0-BFF7-9829322FD64B}">
      <dgm:prSet/>
      <dgm:spPr/>
      <dgm:t>
        <a:bodyPr/>
        <a:lstStyle/>
        <a:p>
          <a:endParaRPr lang="en-IN"/>
        </a:p>
      </dgm:t>
    </dgm:pt>
    <dgm:pt modelId="{A13EE4B8-59B4-4C8C-9940-5EC7F7D0D25E}" type="sibTrans" cxnId="{7EB1B012-42C0-46D0-BFF7-9829322FD64B}">
      <dgm:prSet/>
      <dgm:spPr/>
      <dgm:t>
        <a:bodyPr/>
        <a:lstStyle/>
        <a:p>
          <a:endParaRPr lang="en-IN"/>
        </a:p>
      </dgm:t>
    </dgm:pt>
    <dgm:pt modelId="{56B43BE0-ACA7-4B3E-A19A-C6B90E74F7D6}">
      <dgm:prSet custT="1"/>
      <dgm:spPr/>
      <dgm:t>
        <a:bodyPr/>
        <a:lstStyle/>
        <a:p>
          <a:pPr rtl="0"/>
          <a:r>
            <a:rPr lang="en-US" sz="1100" dirty="0" smtClean="0"/>
            <a:t>software solutions solve real problems,</a:t>
          </a:r>
          <a:endParaRPr lang="en-IN" sz="1100" dirty="0"/>
        </a:p>
      </dgm:t>
    </dgm:pt>
    <dgm:pt modelId="{3A566435-1F98-460E-B5CB-07781B1F8FC8}" type="parTrans" cxnId="{499522F9-BA6F-4290-B874-4B9FDB0E138E}">
      <dgm:prSet/>
      <dgm:spPr/>
      <dgm:t>
        <a:bodyPr/>
        <a:lstStyle/>
        <a:p>
          <a:endParaRPr lang="en-IN"/>
        </a:p>
      </dgm:t>
    </dgm:pt>
    <dgm:pt modelId="{74C4FEEF-06EB-4A06-846E-FF8786468CFC}" type="sibTrans" cxnId="{499522F9-BA6F-4290-B874-4B9FDB0E138E}">
      <dgm:prSet/>
      <dgm:spPr/>
      <dgm:t>
        <a:bodyPr/>
        <a:lstStyle/>
        <a:p>
          <a:endParaRPr lang="en-IN"/>
        </a:p>
      </dgm:t>
    </dgm:pt>
    <dgm:pt modelId="{C8824866-FC3E-4D4C-9F1B-B23A12659CA6}">
      <dgm:prSet custT="1"/>
      <dgm:spPr/>
      <dgm:t>
        <a:bodyPr/>
        <a:lstStyle/>
        <a:p>
          <a:pPr rtl="0"/>
          <a:r>
            <a:rPr lang="en-US" sz="1100" dirty="0" smtClean="0"/>
            <a:t>systems improve productivity or customer experience.</a:t>
          </a:r>
          <a:endParaRPr lang="en-IN" sz="1100" dirty="0"/>
        </a:p>
      </dgm:t>
    </dgm:pt>
    <dgm:pt modelId="{A9459B3B-9DF5-4CA5-8FA6-10478034A378}" type="parTrans" cxnId="{8FF3441F-227E-49BA-844D-F4C88C1FA430}">
      <dgm:prSet/>
      <dgm:spPr/>
      <dgm:t>
        <a:bodyPr/>
        <a:lstStyle/>
        <a:p>
          <a:endParaRPr lang="en-IN"/>
        </a:p>
      </dgm:t>
    </dgm:pt>
    <dgm:pt modelId="{3C80AD73-F304-495C-A305-E9392403FEA8}" type="sibTrans" cxnId="{8FF3441F-227E-49BA-844D-F4C88C1FA430}">
      <dgm:prSet/>
      <dgm:spPr/>
      <dgm:t>
        <a:bodyPr/>
        <a:lstStyle/>
        <a:p>
          <a:endParaRPr lang="en-IN"/>
        </a:p>
      </dgm:t>
    </dgm:pt>
    <dgm:pt modelId="{E47C502F-476B-48C6-BC55-40928EDC2AC9}">
      <dgm:prSet custT="1"/>
      <dgm:spPr/>
      <dgm:t>
        <a:bodyPr/>
        <a:lstStyle/>
        <a:p>
          <a:pPr rtl="0"/>
          <a:r>
            <a:rPr lang="en-US" sz="1100" b="1" dirty="0" smtClean="0"/>
            <a:t>c. IT Enables Communication &amp; Collaboration</a:t>
          </a:r>
          <a:endParaRPr lang="en-IN" sz="1100" b="1" dirty="0"/>
        </a:p>
      </dgm:t>
    </dgm:pt>
    <dgm:pt modelId="{5EACE862-5332-4185-B048-37B5C62A9532}" type="parTrans" cxnId="{4AE934AC-AD73-488F-8D1A-44C16BD9DE26}">
      <dgm:prSet/>
      <dgm:spPr/>
      <dgm:t>
        <a:bodyPr/>
        <a:lstStyle/>
        <a:p>
          <a:endParaRPr lang="en-IN"/>
        </a:p>
      </dgm:t>
    </dgm:pt>
    <dgm:pt modelId="{B4100425-4C81-41D9-A1EF-042ED61C09A4}" type="sibTrans" cxnId="{4AE934AC-AD73-488F-8D1A-44C16BD9DE26}">
      <dgm:prSet/>
      <dgm:spPr/>
      <dgm:t>
        <a:bodyPr/>
        <a:lstStyle/>
        <a:p>
          <a:endParaRPr lang="en-IN"/>
        </a:p>
      </dgm:t>
    </dgm:pt>
    <dgm:pt modelId="{3ECCE1CD-3D24-4A0B-B2E2-50916A552E82}">
      <dgm:prSet custT="1"/>
      <dgm:spPr/>
      <dgm:t>
        <a:bodyPr/>
        <a:lstStyle/>
        <a:p>
          <a:pPr rtl="0"/>
          <a:r>
            <a:rPr lang="en-US" sz="1100" dirty="0" smtClean="0"/>
            <a:t>Emails, messaging apps, project management tools, cloud platforms</a:t>
          </a:r>
          <a:endParaRPr lang="en-IN" sz="1100" dirty="0"/>
        </a:p>
      </dgm:t>
    </dgm:pt>
    <dgm:pt modelId="{9FECB149-0C26-4127-84F0-BB78E88F5BD6}" type="parTrans" cxnId="{E1510908-719F-407C-ACF4-587EEEC7DB0B}">
      <dgm:prSet/>
      <dgm:spPr/>
      <dgm:t>
        <a:bodyPr/>
        <a:lstStyle/>
        <a:p>
          <a:endParaRPr lang="en-IN"/>
        </a:p>
      </dgm:t>
    </dgm:pt>
    <dgm:pt modelId="{B2B6D686-9C11-4CD9-BB4A-B226874275F9}" type="sibTrans" cxnId="{E1510908-719F-407C-ACF4-587EEEC7DB0B}">
      <dgm:prSet/>
      <dgm:spPr/>
      <dgm:t>
        <a:bodyPr/>
        <a:lstStyle/>
        <a:p>
          <a:endParaRPr lang="en-IN"/>
        </a:p>
      </dgm:t>
    </dgm:pt>
    <dgm:pt modelId="{60036303-6BF9-4FC2-BA7B-9DF8A7FFEFF1}">
      <dgm:prSet custT="1"/>
      <dgm:spPr/>
      <dgm:t>
        <a:bodyPr/>
        <a:lstStyle/>
        <a:p>
          <a:pPr rtl="0"/>
          <a:r>
            <a:rPr lang="en-US" sz="1100" dirty="0" smtClean="0"/>
            <a:t>These tools allow teams to collaborate across departments and locations.</a:t>
          </a:r>
          <a:endParaRPr lang="en-IN" sz="1100" dirty="0"/>
        </a:p>
      </dgm:t>
    </dgm:pt>
    <dgm:pt modelId="{F55D43F7-31F3-49E4-B48A-EDB33F40714D}" type="parTrans" cxnId="{753ADE44-97B2-44FA-9D25-A1720D6D5141}">
      <dgm:prSet/>
      <dgm:spPr/>
      <dgm:t>
        <a:bodyPr/>
        <a:lstStyle/>
        <a:p>
          <a:endParaRPr lang="en-IN"/>
        </a:p>
      </dgm:t>
    </dgm:pt>
    <dgm:pt modelId="{7483D16F-70B5-4E73-B757-11BDF4DEAB4F}" type="sibTrans" cxnId="{753ADE44-97B2-44FA-9D25-A1720D6D5141}">
      <dgm:prSet/>
      <dgm:spPr/>
      <dgm:t>
        <a:bodyPr/>
        <a:lstStyle/>
        <a:p>
          <a:endParaRPr lang="en-IN"/>
        </a:p>
      </dgm:t>
    </dgm:pt>
    <dgm:pt modelId="{82FC3CEA-8AC2-4598-A6E9-3634EBCD42B9}">
      <dgm:prSet custT="1"/>
      <dgm:spPr/>
      <dgm:t>
        <a:bodyPr/>
        <a:lstStyle/>
        <a:p>
          <a:pPr rtl="0"/>
          <a:r>
            <a:rPr lang="en-US" sz="1100" b="1" dirty="0" smtClean="0"/>
            <a:t>d. IT Provides Insights for Decision-Making</a:t>
          </a:r>
          <a:endParaRPr lang="en-IN" sz="1100" b="1" dirty="0"/>
        </a:p>
      </dgm:t>
    </dgm:pt>
    <dgm:pt modelId="{E37E15DC-9834-4E4D-BC75-D50814F3BE12}" type="parTrans" cxnId="{558CACB2-6609-4348-88B2-386877F993BA}">
      <dgm:prSet/>
      <dgm:spPr/>
      <dgm:t>
        <a:bodyPr/>
        <a:lstStyle/>
        <a:p>
          <a:endParaRPr lang="en-IN"/>
        </a:p>
      </dgm:t>
    </dgm:pt>
    <dgm:pt modelId="{0445CC0B-040A-4DD5-8A13-9523B5148607}" type="sibTrans" cxnId="{558CACB2-6609-4348-88B2-386877F993BA}">
      <dgm:prSet/>
      <dgm:spPr/>
      <dgm:t>
        <a:bodyPr/>
        <a:lstStyle/>
        <a:p>
          <a:endParaRPr lang="en-IN"/>
        </a:p>
      </dgm:t>
    </dgm:pt>
    <dgm:pt modelId="{6A7D3D0A-DA12-45FD-81F2-401CA89CF825}">
      <dgm:prSet custT="1"/>
      <dgm:spPr/>
      <dgm:t>
        <a:bodyPr/>
        <a:lstStyle/>
        <a:p>
          <a:pPr rtl="0"/>
          <a:r>
            <a:rPr lang="en-US" sz="1100" dirty="0" smtClean="0"/>
            <a:t>IT systems supply real-time dashboards and analytics.</a:t>
          </a:r>
          <a:endParaRPr lang="en-IN" sz="1100" dirty="0"/>
        </a:p>
      </dgm:t>
    </dgm:pt>
    <dgm:pt modelId="{E02AA15A-E4EA-41DF-BECC-12EAA1B5AEC2}" type="parTrans" cxnId="{9020CEAB-FC9E-483B-8D0E-91A04B19D42C}">
      <dgm:prSet/>
      <dgm:spPr/>
      <dgm:t>
        <a:bodyPr/>
        <a:lstStyle/>
        <a:p>
          <a:endParaRPr lang="en-IN"/>
        </a:p>
      </dgm:t>
    </dgm:pt>
    <dgm:pt modelId="{7FA596D7-06A9-4447-A710-BBC23D150EFD}" type="sibTrans" cxnId="{9020CEAB-FC9E-483B-8D0E-91A04B19D42C}">
      <dgm:prSet/>
      <dgm:spPr/>
      <dgm:t>
        <a:bodyPr/>
        <a:lstStyle/>
        <a:p>
          <a:endParaRPr lang="en-IN"/>
        </a:p>
      </dgm:t>
    </dgm:pt>
    <dgm:pt modelId="{61C3687F-B6E6-4230-8BBC-34F808FD8215}">
      <dgm:prSet custT="1"/>
      <dgm:spPr/>
      <dgm:t>
        <a:bodyPr/>
        <a:lstStyle/>
        <a:p>
          <a:pPr rtl="0"/>
          <a:r>
            <a:rPr lang="en-US" sz="1100" dirty="0" smtClean="0"/>
            <a:t>They allow decision makers to forecast trends and measure performance.</a:t>
          </a:r>
          <a:endParaRPr lang="en-IN" sz="1100" dirty="0"/>
        </a:p>
      </dgm:t>
    </dgm:pt>
    <dgm:pt modelId="{6AA7DC97-3432-43C6-AD56-B6408858C1CC}" type="parTrans" cxnId="{135D4865-56A3-4A7B-A3A0-1218F2556001}">
      <dgm:prSet/>
      <dgm:spPr/>
      <dgm:t>
        <a:bodyPr/>
        <a:lstStyle/>
        <a:p>
          <a:endParaRPr lang="en-IN"/>
        </a:p>
      </dgm:t>
    </dgm:pt>
    <dgm:pt modelId="{3A8983DD-F755-4491-90FB-3B0564A97A77}" type="sibTrans" cxnId="{135D4865-56A3-4A7B-A3A0-1218F2556001}">
      <dgm:prSet/>
      <dgm:spPr/>
      <dgm:t>
        <a:bodyPr/>
        <a:lstStyle/>
        <a:p>
          <a:endParaRPr lang="en-IN"/>
        </a:p>
      </dgm:t>
    </dgm:pt>
    <dgm:pt modelId="{1F797082-DC7D-4D6F-900F-BC2311177886}">
      <dgm:prSet custT="1"/>
      <dgm:spPr/>
      <dgm:t>
        <a:bodyPr/>
        <a:lstStyle/>
        <a:p>
          <a:pPr rtl="0"/>
          <a:r>
            <a:rPr lang="en-US" sz="1200" dirty="0" smtClean="0">
              <a:solidFill>
                <a:srgbClr val="FF0000"/>
              </a:solidFill>
            </a:rPr>
            <a:t>Conclusion (Business View):</a:t>
          </a:r>
          <a:endParaRPr lang="en-IN" sz="1200" dirty="0">
            <a:solidFill>
              <a:srgbClr val="FF0000"/>
            </a:solidFill>
          </a:endParaRPr>
        </a:p>
      </dgm:t>
    </dgm:pt>
    <dgm:pt modelId="{0EC8B5E4-DA47-4CB7-BF44-28C77C18F433}" type="parTrans" cxnId="{988B02C8-2196-4550-95C0-5CBE12B63631}">
      <dgm:prSet/>
      <dgm:spPr/>
      <dgm:t>
        <a:bodyPr/>
        <a:lstStyle/>
        <a:p>
          <a:endParaRPr lang="en-IN"/>
        </a:p>
      </dgm:t>
    </dgm:pt>
    <dgm:pt modelId="{E8CEC18B-9BCB-4EE2-BEB4-B79620B5FC51}" type="sibTrans" cxnId="{988B02C8-2196-4550-95C0-5CBE12B63631}">
      <dgm:prSet/>
      <dgm:spPr/>
      <dgm:t>
        <a:bodyPr/>
        <a:lstStyle/>
        <a:p>
          <a:endParaRPr lang="en-IN"/>
        </a:p>
      </dgm:t>
    </dgm:pt>
    <dgm:pt modelId="{1BFCE59B-731B-4F7A-A4FA-5334A6B26A65}">
      <dgm:prSet custT="1"/>
      <dgm:spPr/>
      <dgm:t>
        <a:bodyPr/>
        <a:lstStyle/>
        <a:p>
          <a:pPr rtl="0"/>
          <a:r>
            <a:rPr lang="en-US" sz="1100" dirty="0" smtClean="0"/>
            <a:t>IT is the foundation that supports every operational, customer-facing, and decision-making process in a business</a:t>
          </a:r>
          <a:r>
            <a:rPr lang="en-US" sz="700" dirty="0" smtClean="0"/>
            <a:t>.</a:t>
          </a:r>
          <a:endParaRPr lang="en-IN" sz="700" dirty="0"/>
        </a:p>
      </dgm:t>
    </dgm:pt>
    <dgm:pt modelId="{0D0FF14E-42E4-44F1-BC7C-61DB2A074466}" type="parTrans" cxnId="{8714E483-B325-4815-8163-FDB816BEE2F2}">
      <dgm:prSet/>
      <dgm:spPr/>
      <dgm:t>
        <a:bodyPr/>
        <a:lstStyle/>
        <a:p>
          <a:endParaRPr lang="en-IN"/>
        </a:p>
      </dgm:t>
    </dgm:pt>
    <dgm:pt modelId="{A01FAE5D-7878-4247-8589-B17B5681F398}" type="sibTrans" cxnId="{8714E483-B325-4815-8163-FDB816BEE2F2}">
      <dgm:prSet/>
      <dgm:spPr/>
      <dgm:t>
        <a:bodyPr/>
        <a:lstStyle/>
        <a:p>
          <a:endParaRPr lang="en-IN"/>
        </a:p>
      </dgm:t>
    </dgm:pt>
    <dgm:pt modelId="{E3F58DA0-0ADF-413B-9FD1-76C69B3F2FB4}" type="pres">
      <dgm:prSet presAssocID="{2C623E9A-BE72-45A6-86A6-80E0FB8C630B}" presName="compositeShape" presStyleCnt="0">
        <dgm:presLayoutVars>
          <dgm:dir/>
          <dgm:resizeHandles/>
        </dgm:presLayoutVars>
      </dgm:prSet>
      <dgm:spPr/>
      <dgm:t>
        <a:bodyPr/>
        <a:lstStyle/>
        <a:p>
          <a:endParaRPr lang="en-IN"/>
        </a:p>
      </dgm:t>
    </dgm:pt>
    <dgm:pt modelId="{8A6A68D1-F476-4CFC-B5F3-C06AB861C3F1}" type="pres">
      <dgm:prSet presAssocID="{2C623E9A-BE72-45A6-86A6-80E0FB8C630B}" presName="pyramid" presStyleLbl="node1" presStyleIdx="0" presStyleCnt="1"/>
      <dgm:spPr/>
    </dgm:pt>
    <dgm:pt modelId="{5250BACD-B1E5-48E5-887E-5BB6A98203F1}" type="pres">
      <dgm:prSet presAssocID="{2C623E9A-BE72-45A6-86A6-80E0FB8C630B}" presName="theList" presStyleCnt="0"/>
      <dgm:spPr/>
    </dgm:pt>
    <dgm:pt modelId="{9EF3B8E9-824D-4E94-989B-EF4514AB0AC3}" type="pres">
      <dgm:prSet presAssocID="{7212F40D-8062-48BF-84AD-5DDC11628A13}" presName="aNode" presStyleLbl="fgAcc1" presStyleIdx="0" presStyleCnt="18" custLinFactY="-100000" custLinFactNeighborX="0" custLinFactNeighborY="-197838">
        <dgm:presLayoutVars>
          <dgm:bulletEnabled val="1"/>
        </dgm:presLayoutVars>
      </dgm:prSet>
      <dgm:spPr/>
      <dgm:t>
        <a:bodyPr/>
        <a:lstStyle/>
        <a:p>
          <a:endParaRPr lang="en-IN"/>
        </a:p>
      </dgm:t>
    </dgm:pt>
    <dgm:pt modelId="{B02637E9-DBE9-4F3B-B11E-A947AACEAED0}" type="pres">
      <dgm:prSet presAssocID="{7212F40D-8062-48BF-84AD-5DDC11628A13}" presName="aSpace" presStyleCnt="0"/>
      <dgm:spPr/>
    </dgm:pt>
    <dgm:pt modelId="{D91FB6CD-D5CD-4C17-ACDA-9877C25465AB}" type="pres">
      <dgm:prSet presAssocID="{9A90DBA8-9D15-4ECC-87A6-5CFF1E074051}" presName="aNode" presStyleLbl="fgAcc1" presStyleIdx="1" presStyleCnt="18" custScaleX="100334" custScaleY="171123" custLinFactY="-100000" custLinFactNeighborX="167" custLinFactNeighborY="-149306">
        <dgm:presLayoutVars>
          <dgm:bulletEnabled val="1"/>
        </dgm:presLayoutVars>
      </dgm:prSet>
      <dgm:spPr/>
      <dgm:t>
        <a:bodyPr/>
        <a:lstStyle/>
        <a:p>
          <a:endParaRPr lang="en-IN"/>
        </a:p>
      </dgm:t>
    </dgm:pt>
    <dgm:pt modelId="{8C5582C5-712A-4226-AD56-89CFD878C1CA}" type="pres">
      <dgm:prSet presAssocID="{9A90DBA8-9D15-4ECC-87A6-5CFF1E074051}" presName="aSpace" presStyleCnt="0"/>
      <dgm:spPr/>
    </dgm:pt>
    <dgm:pt modelId="{B8D8332E-58BD-4E07-9C7D-CC06ED53CAFF}" type="pres">
      <dgm:prSet presAssocID="{83263CF9-9BDC-4D6E-99DF-51D1BB6341F3}" presName="aNode" presStyleLbl="fgAcc1" presStyleIdx="2" presStyleCnt="18" custLinFactY="-62149" custLinFactNeighborX="-84" custLinFactNeighborY="-100000">
        <dgm:presLayoutVars>
          <dgm:bulletEnabled val="1"/>
        </dgm:presLayoutVars>
      </dgm:prSet>
      <dgm:spPr/>
      <dgm:t>
        <a:bodyPr/>
        <a:lstStyle/>
        <a:p>
          <a:endParaRPr lang="en-IN"/>
        </a:p>
      </dgm:t>
    </dgm:pt>
    <dgm:pt modelId="{617AA30C-C8E4-478D-BF22-0DB5F39DA408}" type="pres">
      <dgm:prSet presAssocID="{83263CF9-9BDC-4D6E-99DF-51D1BB6341F3}" presName="aSpace" presStyleCnt="0"/>
      <dgm:spPr/>
    </dgm:pt>
    <dgm:pt modelId="{ACD0F01B-3D21-49C6-A397-43225ED3681E}" type="pres">
      <dgm:prSet presAssocID="{F9FCCBD0-DF44-4297-83E6-38C1C4BCA6E3}" presName="aNode" presStyleLbl="fgAcc1" presStyleIdx="3" presStyleCnt="18" custLinFactY="-60637" custLinFactNeighborX="-84" custLinFactNeighborY="-100000">
        <dgm:presLayoutVars>
          <dgm:bulletEnabled val="1"/>
        </dgm:presLayoutVars>
      </dgm:prSet>
      <dgm:spPr/>
      <dgm:t>
        <a:bodyPr/>
        <a:lstStyle/>
        <a:p>
          <a:endParaRPr lang="en-IN"/>
        </a:p>
      </dgm:t>
    </dgm:pt>
    <dgm:pt modelId="{BEDE1647-6E75-403F-9ED5-43BD584BEA2F}" type="pres">
      <dgm:prSet presAssocID="{F9FCCBD0-DF44-4297-83E6-38C1C4BCA6E3}" presName="aSpace" presStyleCnt="0"/>
      <dgm:spPr/>
    </dgm:pt>
    <dgm:pt modelId="{F2A263A6-32E1-4AAB-9564-5A05FE7E6E8E}" type="pres">
      <dgm:prSet presAssocID="{67998DA1-D6AC-48DA-A4C1-1CAE50C1A579}" presName="aNode" presStyleLbl="fgAcc1" presStyleIdx="4" presStyleCnt="18" custLinFactY="-59125" custLinFactNeighborX="-84" custLinFactNeighborY="-100000">
        <dgm:presLayoutVars>
          <dgm:bulletEnabled val="1"/>
        </dgm:presLayoutVars>
      </dgm:prSet>
      <dgm:spPr/>
      <dgm:t>
        <a:bodyPr/>
        <a:lstStyle/>
        <a:p>
          <a:endParaRPr lang="en-IN"/>
        </a:p>
      </dgm:t>
    </dgm:pt>
    <dgm:pt modelId="{471DF0AE-0D61-408E-8346-FD2435FBF75C}" type="pres">
      <dgm:prSet presAssocID="{67998DA1-D6AC-48DA-A4C1-1CAE50C1A579}" presName="aSpace" presStyleCnt="0"/>
      <dgm:spPr/>
    </dgm:pt>
    <dgm:pt modelId="{8918E5FB-5E6F-4A64-A156-D03C4B160CB7}" type="pres">
      <dgm:prSet presAssocID="{AFA7D330-C1AC-4800-8CBC-3D9C20B04929}" presName="aNode" presStyleLbl="fgAcc1" presStyleIdx="5" presStyleCnt="18" custLinFactY="-29110" custLinFactNeighborX="-84" custLinFactNeighborY="-100000">
        <dgm:presLayoutVars>
          <dgm:bulletEnabled val="1"/>
        </dgm:presLayoutVars>
      </dgm:prSet>
      <dgm:spPr/>
      <dgm:t>
        <a:bodyPr/>
        <a:lstStyle/>
        <a:p>
          <a:endParaRPr lang="en-IN"/>
        </a:p>
      </dgm:t>
    </dgm:pt>
    <dgm:pt modelId="{B7177F7A-8A27-4B78-9D6D-D6E128B076F2}" type="pres">
      <dgm:prSet presAssocID="{AFA7D330-C1AC-4800-8CBC-3D9C20B04929}" presName="aSpace" presStyleCnt="0"/>
      <dgm:spPr/>
    </dgm:pt>
    <dgm:pt modelId="{394C9523-DF21-4574-A5C3-611E3B7EB491}" type="pres">
      <dgm:prSet presAssocID="{A77D239D-D3FD-46C7-9505-8C47463A8076}" presName="aNode" presStyleLbl="fgAcc1" presStyleIdx="6" presStyleCnt="18" custLinFactY="-27598" custLinFactNeighborX="-84" custLinFactNeighborY="-100000">
        <dgm:presLayoutVars>
          <dgm:bulletEnabled val="1"/>
        </dgm:presLayoutVars>
      </dgm:prSet>
      <dgm:spPr/>
      <dgm:t>
        <a:bodyPr/>
        <a:lstStyle/>
        <a:p>
          <a:endParaRPr lang="en-IN"/>
        </a:p>
      </dgm:t>
    </dgm:pt>
    <dgm:pt modelId="{7386B854-D8F6-4D5F-81A9-590E76BEF29C}" type="pres">
      <dgm:prSet presAssocID="{A77D239D-D3FD-46C7-9505-8C47463A8076}" presName="aSpace" presStyleCnt="0"/>
      <dgm:spPr/>
    </dgm:pt>
    <dgm:pt modelId="{D51BA5C5-507E-4CEE-A230-7B2D93454E44}" type="pres">
      <dgm:prSet presAssocID="{FD3C010A-E54F-4E48-9047-2062B80FC0A1}" presName="aNode" presStyleLbl="fgAcc1" presStyleIdx="7" presStyleCnt="18" custLinFactY="-26086" custLinFactNeighborX="-84" custLinFactNeighborY="-100000">
        <dgm:presLayoutVars>
          <dgm:bulletEnabled val="1"/>
        </dgm:presLayoutVars>
      </dgm:prSet>
      <dgm:spPr/>
      <dgm:t>
        <a:bodyPr/>
        <a:lstStyle/>
        <a:p>
          <a:endParaRPr lang="en-IN"/>
        </a:p>
      </dgm:t>
    </dgm:pt>
    <dgm:pt modelId="{B9AB5333-D34D-4D09-9DA9-A5AA57A19156}" type="pres">
      <dgm:prSet presAssocID="{FD3C010A-E54F-4E48-9047-2062B80FC0A1}" presName="aSpace" presStyleCnt="0"/>
      <dgm:spPr/>
    </dgm:pt>
    <dgm:pt modelId="{7E308608-0629-47A6-A8C5-3344FC9B781B}" type="pres">
      <dgm:prSet presAssocID="{56B43BE0-ACA7-4B3E-A19A-C6B90E74F7D6}" presName="aNode" presStyleLbl="fgAcc1" presStyleIdx="8" presStyleCnt="18" custLinFactY="-24574" custLinFactNeighborX="-84" custLinFactNeighborY="-100000">
        <dgm:presLayoutVars>
          <dgm:bulletEnabled val="1"/>
        </dgm:presLayoutVars>
      </dgm:prSet>
      <dgm:spPr/>
      <dgm:t>
        <a:bodyPr/>
        <a:lstStyle/>
        <a:p>
          <a:endParaRPr lang="en-IN"/>
        </a:p>
      </dgm:t>
    </dgm:pt>
    <dgm:pt modelId="{51DF2B2A-7C0F-4B1A-B9CE-E886B9BAD7CC}" type="pres">
      <dgm:prSet presAssocID="{56B43BE0-ACA7-4B3E-A19A-C6B90E74F7D6}" presName="aSpace" presStyleCnt="0"/>
      <dgm:spPr/>
    </dgm:pt>
    <dgm:pt modelId="{53FF316A-E9EC-4A70-83FC-ED7B528FE912}" type="pres">
      <dgm:prSet presAssocID="{C8824866-FC3E-4D4C-9F1B-B23A12659CA6}" presName="aNode" presStyleLbl="fgAcc1" presStyleIdx="9" presStyleCnt="18" custLinFactY="-23061" custLinFactNeighborX="-84" custLinFactNeighborY="-100000">
        <dgm:presLayoutVars>
          <dgm:bulletEnabled val="1"/>
        </dgm:presLayoutVars>
      </dgm:prSet>
      <dgm:spPr/>
      <dgm:t>
        <a:bodyPr/>
        <a:lstStyle/>
        <a:p>
          <a:endParaRPr lang="en-IN"/>
        </a:p>
      </dgm:t>
    </dgm:pt>
    <dgm:pt modelId="{858E981E-0A3D-4B1D-98D7-12809764CAF6}" type="pres">
      <dgm:prSet presAssocID="{C8824866-FC3E-4D4C-9F1B-B23A12659CA6}" presName="aSpace" presStyleCnt="0"/>
      <dgm:spPr/>
    </dgm:pt>
    <dgm:pt modelId="{81B66FE5-45F3-4C28-9287-2EDF3ADF0AAC}" type="pres">
      <dgm:prSet presAssocID="{E47C502F-476B-48C6-BC55-40928EDC2AC9}" presName="aNode" presStyleLbl="fgAcc1" presStyleIdx="10" presStyleCnt="18">
        <dgm:presLayoutVars>
          <dgm:bulletEnabled val="1"/>
        </dgm:presLayoutVars>
      </dgm:prSet>
      <dgm:spPr/>
      <dgm:t>
        <a:bodyPr/>
        <a:lstStyle/>
        <a:p>
          <a:endParaRPr lang="en-IN"/>
        </a:p>
      </dgm:t>
    </dgm:pt>
    <dgm:pt modelId="{A701AD5C-4019-443D-A59E-3AE941D864E8}" type="pres">
      <dgm:prSet presAssocID="{E47C502F-476B-48C6-BC55-40928EDC2AC9}" presName="aSpace" presStyleCnt="0"/>
      <dgm:spPr/>
    </dgm:pt>
    <dgm:pt modelId="{7A0E8180-7A11-40F9-B77D-0EF303ADFB1D}" type="pres">
      <dgm:prSet presAssocID="{3ECCE1CD-3D24-4A0B-B2E2-50916A552E82}" presName="aNode" presStyleLbl="fgAcc1" presStyleIdx="11" presStyleCnt="18">
        <dgm:presLayoutVars>
          <dgm:bulletEnabled val="1"/>
        </dgm:presLayoutVars>
      </dgm:prSet>
      <dgm:spPr/>
      <dgm:t>
        <a:bodyPr/>
        <a:lstStyle/>
        <a:p>
          <a:endParaRPr lang="en-IN"/>
        </a:p>
      </dgm:t>
    </dgm:pt>
    <dgm:pt modelId="{4A523564-D56D-4696-B3D8-B08187A1930A}" type="pres">
      <dgm:prSet presAssocID="{3ECCE1CD-3D24-4A0B-B2E2-50916A552E82}" presName="aSpace" presStyleCnt="0"/>
      <dgm:spPr/>
    </dgm:pt>
    <dgm:pt modelId="{2ACC3B8E-D39B-4C61-BF50-46958EB87B8B}" type="pres">
      <dgm:prSet presAssocID="{60036303-6BF9-4FC2-BA7B-9DF8A7FFEFF1}" presName="aNode" presStyleLbl="fgAcc1" presStyleIdx="12" presStyleCnt="18">
        <dgm:presLayoutVars>
          <dgm:bulletEnabled val="1"/>
        </dgm:presLayoutVars>
      </dgm:prSet>
      <dgm:spPr/>
      <dgm:t>
        <a:bodyPr/>
        <a:lstStyle/>
        <a:p>
          <a:endParaRPr lang="en-IN"/>
        </a:p>
      </dgm:t>
    </dgm:pt>
    <dgm:pt modelId="{B6463C97-337E-4526-938B-2685E48A3674}" type="pres">
      <dgm:prSet presAssocID="{60036303-6BF9-4FC2-BA7B-9DF8A7FFEFF1}" presName="aSpace" presStyleCnt="0"/>
      <dgm:spPr/>
    </dgm:pt>
    <dgm:pt modelId="{53F54A10-7476-4636-9817-F01CF23AE8CC}" type="pres">
      <dgm:prSet presAssocID="{82FC3CEA-8AC2-4598-A6E9-3634EBCD42B9}" presName="aNode" presStyleLbl="fgAcc1" presStyleIdx="13" presStyleCnt="18" custLinFactY="48362" custLinFactNeighborX="0" custLinFactNeighborY="100000">
        <dgm:presLayoutVars>
          <dgm:bulletEnabled val="1"/>
        </dgm:presLayoutVars>
      </dgm:prSet>
      <dgm:spPr/>
      <dgm:t>
        <a:bodyPr/>
        <a:lstStyle/>
        <a:p>
          <a:endParaRPr lang="en-IN"/>
        </a:p>
      </dgm:t>
    </dgm:pt>
    <dgm:pt modelId="{309327D4-8EB5-4091-8D9E-0C2A44C4DD4A}" type="pres">
      <dgm:prSet presAssocID="{82FC3CEA-8AC2-4598-A6E9-3634EBCD42B9}" presName="aSpace" presStyleCnt="0"/>
      <dgm:spPr/>
    </dgm:pt>
    <dgm:pt modelId="{52CB2BCF-1AA7-4B40-B7A0-C749F10FF3F3}" type="pres">
      <dgm:prSet presAssocID="{6A7D3D0A-DA12-45FD-81F2-401CA89CF825}" presName="aNode" presStyleLbl="fgAcc1" presStyleIdx="14" presStyleCnt="18" custLinFactY="24787" custLinFactNeighborX="0" custLinFactNeighborY="100000">
        <dgm:presLayoutVars>
          <dgm:bulletEnabled val="1"/>
        </dgm:presLayoutVars>
      </dgm:prSet>
      <dgm:spPr/>
      <dgm:t>
        <a:bodyPr/>
        <a:lstStyle/>
        <a:p>
          <a:endParaRPr lang="en-IN"/>
        </a:p>
      </dgm:t>
    </dgm:pt>
    <dgm:pt modelId="{BD1E3B78-C9AF-4EF8-ADD6-8A5CDCDC4DA4}" type="pres">
      <dgm:prSet presAssocID="{6A7D3D0A-DA12-45FD-81F2-401CA89CF825}" presName="aSpace" presStyleCnt="0"/>
      <dgm:spPr/>
    </dgm:pt>
    <dgm:pt modelId="{D13A73DD-2956-45C2-A813-1232037AB261}" type="pres">
      <dgm:prSet presAssocID="{61C3687F-B6E6-4230-8BBC-34F808FD8215}" presName="aNode" presStyleLbl="fgAcc1" presStyleIdx="15" presStyleCnt="18" custLinFactY="1212" custLinFactNeighborX="0" custLinFactNeighborY="100000">
        <dgm:presLayoutVars>
          <dgm:bulletEnabled val="1"/>
        </dgm:presLayoutVars>
      </dgm:prSet>
      <dgm:spPr/>
      <dgm:t>
        <a:bodyPr/>
        <a:lstStyle/>
        <a:p>
          <a:endParaRPr lang="en-IN"/>
        </a:p>
      </dgm:t>
    </dgm:pt>
    <dgm:pt modelId="{45D9D641-798E-44EA-A373-819A36BEB575}" type="pres">
      <dgm:prSet presAssocID="{61C3687F-B6E6-4230-8BBC-34F808FD8215}" presName="aSpace" presStyleCnt="0"/>
      <dgm:spPr/>
    </dgm:pt>
    <dgm:pt modelId="{61BD14EE-B6ED-4E4C-AC6A-8DCAD8CA9BA8}" type="pres">
      <dgm:prSet presAssocID="{1F797082-DC7D-4D6F-900F-BC2311177886}" presName="aNode" presStyleLbl="fgAcc1" presStyleIdx="16" presStyleCnt="18" custLinFactY="48033" custLinFactNeighborX="-84" custLinFactNeighborY="100000">
        <dgm:presLayoutVars>
          <dgm:bulletEnabled val="1"/>
        </dgm:presLayoutVars>
      </dgm:prSet>
      <dgm:spPr/>
      <dgm:t>
        <a:bodyPr/>
        <a:lstStyle/>
        <a:p>
          <a:endParaRPr lang="en-IN"/>
        </a:p>
      </dgm:t>
    </dgm:pt>
    <dgm:pt modelId="{E9095C27-261F-4308-8A83-34189C4FD576}" type="pres">
      <dgm:prSet presAssocID="{1F797082-DC7D-4D6F-900F-BC2311177886}" presName="aSpace" presStyleCnt="0"/>
      <dgm:spPr/>
    </dgm:pt>
    <dgm:pt modelId="{E255D379-41FC-45DC-838B-588AF8341535}" type="pres">
      <dgm:prSet presAssocID="{1BFCE59B-731B-4F7A-A4FA-5334A6B26A65}" presName="aNode" presStyleLbl="fgAcc1" presStyleIdx="17" presStyleCnt="18" custScaleX="100669" custScaleY="185031" custLinFactY="49545" custLinFactNeighborX="-84" custLinFactNeighborY="100000">
        <dgm:presLayoutVars>
          <dgm:bulletEnabled val="1"/>
        </dgm:presLayoutVars>
      </dgm:prSet>
      <dgm:spPr/>
      <dgm:t>
        <a:bodyPr/>
        <a:lstStyle/>
        <a:p>
          <a:endParaRPr lang="en-IN"/>
        </a:p>
      </dgm:t>
    </dgm:pt>
    <dgm:pt modelId="{8807524D-A020-4452-9994-6F2E461ABA7A}" type="pres">
      <dgm:prSet presAssocID="{1BFCE59B-731B-4F7A-A4FA-5334A6B26A65}" presName="aSpace" presStyleCnt="0"/>
      <dgm:spPr/>
    </dgm:pt>
  </dgm:ptLst>
  <dgm:cxnLst>
    <dgm:cxn modelId="{753ADE44-97B2-44FA-9D25-A1720D6D5141}" srcId="{2C623E9A-BE72-45A6-86A6-80E0FB8C630B}" destId="{60036303-6BF9-4FC2-BA7B-9DF8A7FFEFF1}" srcOrd="12" destOrd="0" parTransId="{F55D43F7-31F3-49E4-B48A-EDB33F40714D}" sibTransId="{7483D16F-70B5-4E73-B757-11BDF4DEAB4F}"/>
    <dgm:cxn modelId="{7EB1B012-42C0-46D0-BFF7-9829322FD64B}" srcId="{2C623E9A-BE72-45A6-86A6-80E0FB8C630B}" destId="{FD3C010A-E54F-4E48-9047-2062B80FC0A1}" srcOrd="7" destOrd="0" parTransId="{18B5E4F8-3727-4026-8723-86CC078DBE44}" sibTransId="{A13EE4B8-59B4-4C8C-9940-5EC7F7D0D25E}"/>
    <dgm:cxn modelId="{70989EE5-363E-4403-9066-4EECED9AE572}" type="presOf" srcId="{C8824866-FC3E-4D4C-9F1B-B23A12659CA6}" destId="{53FF316A-E9EC-4A70-83FC-ED7B528FE912}" srcOrd="0" destOrd="0" presId="urn:microsoft.com/office/officeart/2005/8/layout/pyramid2"/>
    <dgm:cxn modelId="{499522F9-BA6F-4290-B874-4B9FDB0E138E}" srcId="{2C623E9A-BE72-45A6-86A6-80E0FB8C630B}" destId="{56B43BE0-ACA7-4B3E-A19A-C6B90E74F7D6}" srcOrd="8" destOrd="0" parTransId="{3A566435-1F98-460E-B5CB-07781B1F8FC8}" sibTransId="{74C4FEEF-06EB-4A06-846E-FF8786468CFC}"/>
    <dgm:cxn modelId="{DE36E0B0-E97F-406C-8D47-1F88714A7F4A}" type="presOf" srcId="{1F797082-DC7D-4D6F-900F-BC2311177886}" destId="{61BD14EE-B6ED-4E4C-AC6A-8DCAD8CA9BA8}" srcOrd="0" destOrd="0" presId="urn:microsoft.com/office/officeart/2005/8/layout/pyramid2"/>
    <dgm:cxn modelId="{E1B2F6A3-DF31-44EF-90A4-D47D37D38A91}" type="presOf" srcId="{60036303-6BF9-4FC2-BA7B-9DF8A7FFEFF1}" destId="{2ACC3B8E-D39B-4C61-BF50-46958EB87B8B}" srcOrd="0" destOrd="0" presId="urn:microsoft.com/office/officeart/2005/8/layout/pyramid2"/>
    <dgm:cxn modelId="{8DAAF8E9-2F79-493C-B5F4-8E084FAB2483}" type="presOf" srcId="{9A90DBA8-9D15-4ECC-87A6-5CFF1E074051}" destId="{D91FB6CD-D5CD-4C17-ACDA-9877C25465AB}" srcOrd="0" destOrd="0" presId="urn:microsoft.com/office/officeart/2005/8/layout/pyramid2"/>
    <dgm:cxn modelId="{AF46892A-8E5B-4C4B-A859-40F3F8A5549B}" type="presOf" srcId="{61C3687F-B6E6-4230-8BBC-34F808FD8215}" destId="{D13A73DD-2956-45C2-A813-1232037AB261}" srcOrd="0" destOrd="0" presId="urn:microsoft.com/office/officeart/2005/8/layout/pyramid2"/>
    <dgm:cxn modelId="{558CACB2-6609-4348-88B2-386877F993BA}" srcId="{2C623E9A-BE72-45A6-86A6-80E0FB8C630B}" destId="{82FC3CEA-8AC2-4598-A6E9-3634EBCD42B9}" srcOrd="13" destOrd="0" parTransId="{E37E15DC-9834-4E4D-BC75-D50814F3BE12}" sibTransId="{0445CC0B-040A-4DD5-8A13-9523B5148607}"/>
    <dgm:cxn modelId="{5F84281B-9EC3-46FA-82CA-FEA3A2A9ECBE}" type="presOf" srcId="{F9FCCBD0-DF44-4297-83E6-38C1C4BCA6E3}" destId="{ACD0F01B-3D21-49C6-A397-43225ED3681E}" srcOrd="0" destOrd="0" presId="urn:microsoft.com/office/officeart/2005/8/layout/pyramid2"/>
    <dgm:cxn modelId="{1DF6972E-224E-43F3-83CC-EE374454EA24}" type="presOf" srcId="{3ECCE1CD-3D24-4A0B-B2E2-50916A552E82}" destId="{7A0E8180-7A11-40F9-B77D-0EF303ADFB1D}" srcOrd="0" destOrd="0" presId="urn:microsoft.com/office/officeart/2005/8/layout/pyramid2"/>
    <dgm:cxn modelId="{135D4865-56A3-4A7B-A3A0-1218F2556001}" srcId="{2C623E9A-BE72-45A6-86A6-80E0FB8C630B}" destId="{61C3687F-B6E6-4230-8BBC-34F808FD8215}" srcOrd="15" destOrd="0" parTransId="{6AA7DC97-3432-43C6-AD56-B6408858C1CC}" sibTransId="{3A8983DD-F755-4491-90FB-3B0564A97A77}"/>
    <dgm:cxn modelId="{9020CEAB-FC9E-483B-8D0E-91A04B19D42C}" srcId="{2C623E9A-BE72-45A6-86A6-80E0FB8C630B}" destId="{6A7D3D0A-DA12-45FD-81F2-401CA89CF825}" srcOrd="14" destOrd="0" parTransId="{E02AA15A-E4EA-41DF-BECC-12EAA1B5AEC2}" sibTransId="{7FA596D7-06A9-4447-A710-BBC23D150EFD}"/>
    <dgm:cxn modelId="{535B5A40-DF6B-45B7-B053-0FE69D26D269}" type="presOf" srcId="{A77D239D-D3FD-46C7-9505-8C47463A8076}" destId="{394C9523-DF21-4574-A5C3-611E3B7EB491}" srcOrd="0" destOrd="0" presId="urn:microsoft.com/office/officeart/2005/8/layout/pyramid2"/>
    <dgm:cxn modelId="{35F180EC-6739-4596-9CEA-A31C670FFF97}" type="presOf" srcId="{FD3C010A-E54F-4E48-9047-2062B80FC0A1}" destId="{D51BA5C5-507E-4CEE-A230-7B2D93454E44}" srcOrd="0" destOrd="0" presId="urn:microsoft.com/office/officeart/2005/8/layout/pyramid2"/>
    <dgm:cxn modelId="{F63FD495-4D90-4FD8-B84B-76E152E6C59F}" type="presOf" srcId="{67998DA1-D6AC-48DA-A4C1-1CAE50C1A579}" destId="{F2A263A6-32E1-4AAB-9564-5A05FE7E6E8E}" srcOrd="0" destOrd="0" presId="urn:microsoft.com/office/officeart/2005/8/layout/pyramid2"/>
    <dgm:cxn modelId="{83FDF092-D112-48EA-AE16-B138B363E020}" type="presOf" srcId="{6A7D3D0A-DA12-45FD-81F2-401CA89CF825}" destId="{52CB2BCF-1AA7-4B40-B7A0-C749F10FF3F3}" srcOrd="0" destOrd="0" presId="urn:microsoft.com/office/officeart/2005/8/layout/pyramid2"/>
    <dgm:cxn modelId="{F3B29251-44CF-4431-AE2B-07CAF1ED0471}" srcId="{2C623E9A-BE72-45A6-86A6-80E0FB8C630B}" destId="{7212F40D-8062-48BF-84AD-5DDC11628A13}" srcOrd="0" destOrd="0" parTransId="{7233C17C-4AFE-4A1E-AF9C-C76A671998D1}" sibTransId="{FCACF64F-C5BB-42E5-AF94-C2C193582A51}"/>
    <dgm:cxn modelId="{E1510908-719F-407C-ACF4-587EEEC7DB0B}" srcId="{2C623E9A-BE72-45A6-86A6-80E0FB8C630B}" destId="{3ECCE1CD-3D24-4A0B-B2E2-50916A552E82}" srcOrd="11" destOrd="0" parTransId="{9FECB149-0C26-4127-84F0-BB78E88F5BD6}" sibTransId="{B2B6D686-9C11-4CD9-BB4A-B226874275F9}"/>
    <dgm:cxn modelId="{3993DBB2-F77A-4538-AA6A-23AC305EE034}" type="presOf" srcId="{2C623E9A-BE72-45A6-86A6-80E0FB8C630B}" destId="{E3F58DA0-0ADF-413B-9FD1-76C69B3F2FB4}" srcOrd="0" destOrd="0" presId="urn:microsoft.com/office/officeart/2005/8/layout/pyramid2"/>
    <dgm:cxn modelId="{A7148FE6-5F14-4098-A7EA-50D3137BFDEA}" srcId="{2C623E9A-BE72-45A6-86A6-80E0FB8C630B}" destId="{83263CF9-9BDC-4D6E-99DF-51D1BB6341F3}" srcOrd="2" destOrd="0" parTransId="{F73D9FF1-0D37-415C-877E-F4FBBD039E44}" sibTransId="{E39B298B-FB5E-4C28-8C29-C3FB01C69ADF}"/>
    <dgm:cxn modelId="{3EABAAFB-B113-404A-8105-B003D9A140D9}" srcId="{2C623E9A-BE72-45A6-86A6-80E0FB8C630B}" destId="{67998DA1-D6AC-48DA-A4C1-1CAE50C1A579}" srcOrd="4" destOrd="0" parTransId="{8419B4BD-E0E6-439C-843A-A80C1ABE2985}" sibTransId="{D9CAA41A-A6C5-4C86-B691-959C1853E910}"/>
    <dgm:cxn modelId="{4AE934AC-AD73-488F-8D1A-44C16BD9DE26}" srcId="{2C623E9A-BE72-45A6-86A6-80E0FB8C630B}" destId="{E47C502F-476B-48C6-BC55-40928EDC2AC9}" srcOrd="10" destOrd="0" parTransId="{5EACE862-5332-4185-B048-37B5C62A9532}" sibTransId="{B4100425-4C81-41D9-A1EF-042ED61C09A4}"/>
    <dgm:cxn modelId="{988B02C8-2196-4550-95C0-5CBE12B63631}" srcId="{2C623E9A-BE72-45A6-86A6-80E0FB8C630B}" destId="{1F797082-DC7D-4D6F-900F-BC2311177886}" srcOrd="16" destOrd="0" parTransId="{0EC8B5E4-DA47-4CB7-BF44-28C77C18F433}" sibTransId="{E8CEC18B-9BCB-4EE2-BEB4-B79620B5FC51}"/>
    <dgm:cxn modelId="{93D1CB70-A1FA-41DE-8F89-2476EB471277}" type="presOf" srcId="{83263CF9-9BDC-4D6E-99DF-51D1BB6341F3}" destId="{B8D8332E-58BD-4E07-9C7D-CC06ED53CAFF}" srcOrd="0" destOrd="0" presId="urn:microsoft.com/office/officeart/2005/8/layout/pyramid2"/>
    <dgm:cxn modelId="{30CD96A5-60AF-4D21-89A1-CA5D8DBDEC2F}" type="presOf" srcId="{56B43BE0-ACA7-4B3E-A19A-C6B90E74F7D6}" destId="{7E308608-0629-47A6-A8C5-3344FC9B781B}" srcOrd="0" destOrd="0" presId="urn:microsoft.com/office/officeart/2005/8/layout/pyramid2"/>
    <dgm:cxn modelId="{A77C273B-F56B-4064-BA7A-99493FF3F54B}" srcId="{2C623E9A-BE72-45A6-86A6-80E0FB8C630B}" destId="{AFA7D330-C1AC-4800-8CBC-3D9C20B04929}" srcOrd="5" destOrd="0" parTransId="{D33861DC-496F-432E-A5A4-17E6C09FD93C}" sibTransId="{1EECB375-A7DB-4C02-A50C-5649BF3C2023}"/>
    <dgm:cxn modelId="{61A5461B-8512-4AD1-A95E-3CF42B3E536E}" type="presOf" srcId="{82FC3CEA-8AC2-4598-A6E9-3634EBCD42B9}" destId="{53F54A10-7476-4636-9817-F01CF23AE8CC}" srcOrd="0" destOrd="0" presId="urn:microsoft.com/office/officeart/2005/8/layout/pyramid2"/>
    <dgm:cxn modelId="{6252E840-E592-4D65-8DB1-73653EA4F938}" type="presOf" srcId="{E47C502F-476B-48C6-BC55-40928EDC2AC9}" destId="{81B66FE5-45F3-4C28-9287-2EDF3ADF0AAC}" srcOrd="0" destOrd="0" presId="urn:microsoft.com/office/officeart/2005/8/layout/pyramid2"/>
    <dgm:cxn modelId="{D81DF263-4D4A-4681-9431-0511CCED4E40}" type="presOf" srcId="{1BFCE59B-731B-4F7A-A4FA-5334A6B26A65}" destId="{E255D379-41FC-45DC-838B-588AF8341535}" srcOrd="0" destOrd="0" presId="urn:microsoft.com/office/officeart/2005/8/layout/pyramid2"/>
    <dgm:cxn modelId="{8FF3441F-227E-49BA-844D-F4C88C1FA430}" srcId="{2C623E9A-BE72-45A6-86A6-80E0FB8C630B}" destId="{C8824866-FC3E-4D4C-9F1B-B23A12659CA6}" srcOrd="9" destOrd="0" parTransId="{A9459B3B-9DF5-4CA5-8FA6-10478034A378}" sibTransId="{3C80AD73-F304-495C-A305-E9392403FEA8}"/>
    <dgm:cxn modelId="{CEC4C398-5822-4E5F-BF06-F7EB6D3369FA}" srcId="{2C623E9A-BE72-45A6-86A6-80E0FB8C630B}" destId="{9A90DBA8-9D15-4ECC-87A6-5CFF1E074051}" srcOrd="1" destOrd="0" parTransId="{7F41DF9E-7AB0-45F5-9A98-232F9FEEA385}" sibTransId="{D715688C-9869-4786-B7AF-81DA721F320A}"/>
    <dgm:cxn modelId="{8714E483-B325-4815-8163-FDB816BEE2F2}" srcId="{2C623E9A-BE72-45A6-86A6-80E0FB8C630B}" destId="{1BFCE59B-731B-4F7A-A4FA-5334A6B26A65}" srcOrd="17" destOrd="0" parTransId="{0D0FF14E-42E4-44F1-BC7C-61DB2A074466}" sibTransId="{A01FAE5D-7878-4247-8589-B17B5681F398}"/>
    <dgm:cxn modelId="{FB9B0671-A263-4145-8458-89E4EDB35740}" type="presOf" srcId="{AFA7D330-C1AC-4800-8CBC-3D9C20B04929}" destId="{8918E5FB-5E6F-4A64-A156-D03C4B160CB7}" srcOrd="0" destOrd="0" presId="urn:microsoft.com/office/officeart/2005/8/layout/pyramid2"/>
    <dgm:cxn modelId="{D9BAAA42-322C-4E12-A49A-48C3FD14A3AB}" srcId="{2C623E9A-BE72-45A6-86A6-80E0FB8C630B}" destId="{A77D239D-D3FD-46C7-9505-8C47463A8076}" srcOrd="6" destOrd="0" parTransId="{7D2EB2CC-EAA7-4EC4-970D-7A9C464DA653}" sibTransId="{44C9EF67-696B-440B-A946-399E277DF766}"/>
    <dgm:cxn modelId="{F46A7802-2CE6-44B1-B6D5-309DE58A831F}" type="presOf" srcId="{7212F40D-8062-48BF-84AD-5DDC11628A13}" destId="{9EF3B8E9-824D-4E94-989B-EF4514AB0AC3}" srcOrd="0" destOrd="0" presId="urn:microsoft.com/office/officeart/2005/8/layout/pyramid2"/>
    <dgm:cxn modelId="{4C0936E7-8291-42E1-89DF-443DC99670EC}" srcId="{2C623E9A-BE72-45A6-86A6-80E0FB8C630B}" destId="{F9FCCBD0-DF44-4297-83E6-38C1C4BCA6E3}" srcOrd="3" destOrd="0" parTransId="{CDB5FA76-D1EA-4941-8C9A-4BB14BD580E7}" sibTransId="{2FA2FCAE-EE6E-4298-861B-D972210B1658}"/>
    <dgm:cxn modelId="{9E701AEB-3970-4003-A50C-E71DF74E15F7}" type="presParOf" srcId="{E3F58DA0-0ADF-413B-9FD1-76C69B3F2FB4}" destId="{8A6A68D1-F476-4CFC-B5F3-C06AB861C3F1}" srcOrd="0" destOrd="0" presId="urn:microsoft.com/office/officeart/2005/8/layout/pyramid2"/>
    <dgm:cxn modelId="{626C2FBE-E117-44B4-91A3-7EC262AC96F8}" type="presParOf" srcId="{E3F58DA0-0ADF-413B-9FD1-76C69B3F2FB4}" destId="{5250BACD-B1E5-48E5-887E-5BB6A98203F1}" srcOrd="1" destOrd="0" presId="urn:microsoft.com/office/officeart/2005/8/layout/pyramid2"/>
    <dgm:cxn modelId="{FE21425D-C4EC-4C6B-9483-C18F6CD1577C}" type="presParOf" srcId="{5250BACD-B1E5-48E5-887E-5BB6A98203F1}" destId="{9EF3B8E9-824D-4E94-989B-EF4514AB0AC3}" srcOrd="0" destOrd="0" presId="urn:microsoft.com/office/officeart/2005/8/layout/pyramid2"/>
    <dgm:cxn modelId="{12CEB312-9E7B-473D-A4DF-A1A49CA0D8E0}" type="presParOf" srcId="{5250BACD-B1E5-48E5-887E-5BB6A98203F1}" destId="{B02637E9-DBE9-4F3B-B11E-A947AACEAED0}" srcOrd="1" destOrd="0" presId="urn:microsoft.com/office/officeart/2005/8/layout/pyramid2"/>
    <dgm:cxn modelId="{8C003DBE-C6D9-460D-A034-912903F35124}" type="presParOf" srcId="{5250BACD-B1E5-48E5-887E-5BB6A98203F1}" destId="{D91FB6CD-D5CD-4C17-ACDA-9877C25465AB}" srcOrd="2" destOrd="0" presId="urn:microsoft.com/office/officeart/2005/8/layout/pyramid2"/>
    <dgm:cxn modelId="{09209E01-E8FB-4885-80DF-AC74DA64E0EC}" type="presParOf" srcId="{5250BACD-B1E5-48E5-887E-5BB6A98203F1}" destId="{8C5582C5-712A-4226-AD56-89CFD878C1CA}" srcOrd="3" destOrd="0" presId="urn:microsoft.com/office/officeart/2005/8/layout/pyramid2"/>
    <dgm:cxn modelId="{F0E9EE99-505E-4E83-93E6-963D4F14618E}" type="presParOf" srcId="{5250BACD-B1E5-48E5-887E-5BB6A98203F1}" destId="{B8D8332E-58BD-4E07-9C7D-CC06ED53CAFF}" srcOrd="4" destOrd="0" presId="urn:microsoft.com/office/officeart/2005/8/layout/pyramid2"/>
    <dgm:cxn modelId="{C080B32B-2C42-4B28-89AC-770890A5CCD3}" type="presParOf" srcId="{5250BACD-B1E5-48E5-887E-5BB6A98203F1}" destId="{617AA30C-C8E4-478D-BF22-0DB5F39DA408}" srcOrd="5" destOrd="0" presId="urn:microsoft.com/office/officeart/2005/8/layout/pyramid2"/>
    <dgm:cxn modelId="{4877FE66-7A32-4BE0-9FB0-CE99A523644D}" type="presParOf" srcId="{5250BACD-B1E5-48E5-887E-5BB6A98203F1}" destId="{ACD0F01B-3D21-49C6-A397-43225ED3681E}" srcOrd="6" destOrd="0" presId="urn:microsoft.com/office/officeart/2005/8/layout/pyramid2"/>
    <dgm:cxn modelId="{58E94B5B-7A40-4359-8D73-6138283518FE}" type="presParOf" srcId="{5250BACD-B1E5-48E5-887E-5BB6A98203F1}" destId="{BEDE1647-6E75-403F-9ED5-43BD584BEA2F}" srcOrd="7" destOrd="0" presId="urn:microsoft.com/office/officeart/2005/8/layout/pyramid2"/>
    <dgm:cxn modelId="{5731B73C-C48A-49CD-86F6-8BB07CF947B3}" type="presParOf" srcId="{5250BACD-B1E5-48E5-887E-5BB6A98203F1}" destId="{F2A263A6-32E1-4AAB-9564-5A05FE7E6E8E}" srcOrd="8" destOrd="0" presId="urn:microsoft.com/office/officeart/2005/8/layout/pyramid2"/>
    <dgm:cxn modelId="{4C0534CE-9442-4CE2-91CC-7E198D2935C7}" type="presParOf" srcId="{5250BACD-B1E5-48E5-887E-5BB6A98203F1}" destId="{471DF0AE-0D61-408E-8346-FD2435FBF75C}" srcOrd="9" destOrd="0" presId="urn:microsoft.com/office/officeart/2005/8/layout/pyramid2"/>
    <dgm:cxn modelId="{1DD0C475-D225-4615-A6C4-A660F9373372}" type="presParOf" srcId="{5250BACD-B1E5-48E5-887E-5BB6A98203F1}" destId="{8918E5FB-5E6F-4A64-A156-D03C4B160CB7}" srcOrd="10" destOrd="0" presId="urn:microsoft.com/office/officeart/2005/8/layout/pyramid2"/>
    <dgm:cxn modelId="{F3415C94-3AA4-4947-8313-2FEB435DD4A1}" type="presParOf" srcId="{5250BACD-B1E5-48E5-887E-5BB6A98203F1}" destId="{B7177F7A-8A27-4B78-9D6D-D6E128B076F2}" srcOrd="11" destOrd="0" presId="urn:microsoft.com/office/officeart/2005/8/layout/pyramid2"/>
    <dgm:cxn modelId="{38862C3C-E58D-4811-B252-79E3B9DC5E1F}" type="presParOf" srcId="{5250BACD-B1E5-48E5-887E-5BB6A98203F1}" destId="{394C9523-DF21-4574-A5C3-611E3B7EB491}" srcOrd="12" destOrd="0" presId="urn:microsoft.com/office/officeart/2005/8/layout/pyramid2"/>
    <dgm:cxn modelId="{305C8837-57BA-4B77-BAD6-BB1DB7EDC19F}" type="presParOf" srcId="{5250BACD-B1E5-48E5-887E-5BB6A98203F1}" destId="{7386B854-D8F6-4D5F-81A9-590E76BEF29C}" srcOrd="13" destOrd="0" presId="urn:microsoft.com/office/officeart/2005/8/layout/pyramid2"/>
    <dgm:cxn modelId="{23538D75-3F57-4631-8173-AEBD1518E332}" type="presParOf" srcId="{5250BACD-B1E5-48E5-887E-5BB6A98203F1}" destId="{D51BA5C5-507E-4CEE-A230-7B2D93454E44}" srcOrd="14" destOrd="0" presId="urn:microsoft.com/office/officeart/2005/8/layout/pyramid2"/>
    <dgm:cxn modelId="{6BB0E871-F769-424A-BCCF-92FC828299DA}" type="presParOf" srcId="{5250BACD-B1E5-48E5-887E-5BB6A98203F1}" destId="{B9AB5333-D34D-4D09-9DA9-A5AA57A19156}" srcOrd="15" destOrd="0" presId="urn:microsoft.com/office/officeart/2005/8/layout/pyramid2"/>
    <dgm:cxn modelId="{F149C655-BE32-4E4B-90FC-034C76395CBA}" type="presParOf" srcId="{5250BACD-B1E5-48E5-887E-5BB6A98203F1}" destId="{7E308608-0629-47A6-A8C5-3344FC9B781B}" srcOrd="16" destOrd="0" presId="urn:microsoft.com/office/officeart/2005/8/layout/pyramid2"/>
    <dgm:cxn modelId="{6B00770F-CC96-4B35-84D9-7783F7259F5C}" type="presParOf" srcId="{5250BACD-B1E5-48E5-887E-5BB6A98203F1}" destId="{51DF2B2A-7C0F-4B1A-B9CE-E886B9BAD7CC}" srcOrd="17" destOrd="0" presId="urn:microsoft.com/office/officeart/2005/8/layout/pyramid2"/>
    <dgm:cxn modelId="{4B3CF9BD-5A87-4B8A-AA93-A473B5764DCB}" type="presParOf" srcId="{5250BACD-B1E5-48E5-887E-5BB6A98203F1}" destId="{53FF316A-E9EC-4A70-83FC-ED7B528FE912}" srcOrd="18" destOrd="0" presId="urn:microsoft.com/office/officeart/2005/8/layout/pyramid2"/>
    <dgm:cxn modelId="{0A3DC99E-C59B-4AA6-9FE5-FD2531CE559B}" type="presParOf" srcId="{5250BACD-B1E5-48E5-887E-5BB6A98203F1}" destId="{858E981E-0A3D-4B1D-98D7-12809764CAF6}" srcOrd="19" destOrd="0" presId="urn:microsoft.com/office/officeart/2005/8/layout/pyramid2"/>
    <dgm:cxn modelId="{CCBFE019-739D-4B7A-84FB-F0D72F5A866A}" type="presParOf" srcId="{5250BACD-B1E5-48E5-887E-5BB6A98203F1}" destId="{81B66FE5-45F3-4C28-9287-2EDF3ADF0AAC}" srcOrd="20" destOrd="0" presId="urn:microsoft.com/office/officeart/2005/8/layout/pyramid2"/>
    <dgm:cxn modelId="{AF82F561-3A06-43DB-8515-9F72E5F32F28}" type="presParOf" srcId="{5250BACD-B1E5-48E5-887E-5BB6A98203F1}" destId="{A701AD5C-4019-443D-A59E-3AE941D864E8}" srcOrd="21" destOrd="0" presId="urn:microsoft.com/office/officeart/2005/8/layout/pyramid2"/>
    <dgm:cxn modelId="{643D0BD5-73E6-4176-9CCA-E01636823261}" type="presParOf" srcId="{5250BACD-B1E5-48E5-887E-5BB6A98203F1}" destId="{7A0E8180-7A11-40F9-B77D-0EF303ADFB1D}" srcOrd="22" destOrd="0" presId="urn:microsoft.com/office/officeart/2005/8/layout/pyramid2"/>
    <dgm:cxn modelId="{DCCF9277-6018-4AD6-92EF-F8EAB4F48BE3}" type="presParOf" srcId="{5250BACD-B1E5-48E5-887E-5BB6A98203F1}" destId="{4A523564-D56D-4696-B3D8-B08187A1930A}" srcOrd="23" destOrd="0" presId="urn:microsoft.com/office/officeart/2005/8/layout/pyramid2"/>
    <dgm:cxn modelId="{ADBCD074-2266-4248-8C51-01E198CFE44F}" type="presParOf" srcId="{5250BACD-B1E5-48E5-887E-5BB6A98203F1}" destId="{2ACC3B8E-D39B-4C61-BF50-46958EB87B8B}" srcOrd="24" destOrd="0" presId="urn:microsoft.com/office/officeart/2005/8/layout/pyramid2"/>
    <dgm:cxn modelId="{2E51F191-185E-4A78-BD5C-34F86E16BD7C}" type="presParOf" srcId="{5250BACD-B1E5-48E5-887E-5BB6A98203F1}" destId="{B6463C97-337E-4526-938B-2685E48A3674}" srcOrd="25" destOrd="0" presId="urn:microsoft.com/office/officeart/2005/8/layout/pyramid2"/>
    <dgm:cxn modelId="{70C06102-5E52-45A4-9B42-00C9F69C2258}" type="presParOf" srcId="{5250BACD-B1E5-48E5-887E-5BB6A98203F1}" destId="{53F54A10-7476-4636-9817-F01CF23AE8CC}" srcOrd="26" destOrd="0" presId="urn:microsoft.com/office/officeart/2005/8/layout/pyramid2"/>
    <dgm:cxn modelId="{21D4FD86-4309-4ADC-86DD-DA6DC9DEE9EF}" type="presParOf" srcId="{5250BACD-B1E5-48E5-887E-5BB6A98203F1}" destId="{309327D4-8EB5-4091-8D9E-0C2A44C4DD4A}" srcOrd="27" destOrd="0" presId="urn:microsoft.com/office/officeart/2005/8/layout/pyramid2"/>
    <dgm:cxn modelId="{345810EB-80F8-4BFE-A972-CFECF2CED50D}" type="presParOf" srcId="{5250BACD-B1E5-48E5-887E-5BB6A98203F1}" destId="{52CB2BCF-1AA7-4B40-B7A0-C749F10FF3F3}" srcOrd="28" destOrd="0" presId="urn:microsoft.com/office/officeart/2005/8/layout/pyramid2"/>
    <dgm:cxn modelId="{FCF384B6-BBCB-454C-B9AD-80F58DA41857}" type="presParOf" srcId="{5250BACD-B1E5-48E5-887E-5BB6A98203F1}" destId="{BD1E3B78-C9AF-4EF8-ADD6-8A5CDCDC4DA4}" srcOrd="29" destOrd="0" presId="urn:microsoft.com/office/officeart/2005/8/layout/pyramid2"/>
    <dgm:cxn modelId="{E1203AA2-4592-4D9A-BB03-DBB64BC25CCA}" type="presParOf" srcId="{5250BACD-B1E5-48E5-887E-5BB6A98203F1}" destId="{D13A73DD-2956-45C2-A813-1232037AB261}" srcOrd="30" destOrd="0" presId="urn:microsoft.com/office/officeart/2005/8/layout/pyramid2"/>
    <dgm:cxn modelId="{051FD18E-F1DE-4DF0-B479-9B07AA7A880B}" type="presParOf" srcId="{5250BACD-B1E5-48E5-887E-5BB6A98203F1}" destId="{45D9D641-798E-44EA-A373-819A36BEB575}" srcOrd="31" destOrd="0" presId="urn:microsoft.com/office/officeart/2005/8/layout/pyramid2"/>
    <dgm:cxn modelId="{B7796F97-76E4-4BDD-8997-9B014113E6D2}" type="presParOf" srcId="{5250BACD-B1E5-48E5-887E-5BB6A98203F1}" destId="{61BD14EE-B6ED-4E4C-AC6A-8DCAD8CA9BA8}" srcOrd="32" destOrd="0" presId="urn:microsoft.com/office/officeart/2005/8/layout/pyramid2"/>
    <dgm:cxn modelId="{5BE80096-CEF2-4A88-AE58-945ACE7551E9}" type="presParOf" srcId="{5250BACD-B1E5-48E5-887E-5BB6A98203F1}" destId="{E9095C27-261F-4308-8A83-34189C4FD576}" srcOrd="33" destOrd="0" presId="urn:microsoft.com/office/officeart/2005/8/layout/pyramid2"/>
    <dgm:cxn modelId="{52726633-8DD4-4D4B-89AF-6346C338D8F4}" type="presParOf" srcId="{5250BACD-B1E5-48E5-887E-5BB6A98203F1}" destId="{E255D379-41FC-45DC-838B-588AF8341535}" srcOrd="34" destOrd="0" presId="urn:microsoft.com/office/officeart/2005/8/layout/pyramid2"/>
    <dgm:cxn modelId="{1DBF6E82-06B6-49DD-BD59-12902968442A}" type="presParOf" srcId="{5250BACD-B1E5-48E5-887E-5BB6A98203F1}" destId="{8807524D-A020-4452-9994-6F2E461ABA7A}" srcOrd="3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429E303-0416-4707-8D08-06E2F04ACE95}" type="doc">
      <dgm:prSet loTypeId="urn:microsoft.com/office/officeart/2005/8/layout/chevron2" loCatId="process" qsTypeId="urn:microsoft.com/office/officeart/2005/8/quickstyle/3d1" qsCatId="3D" csTypeId="urn:microsoft.com/office/officeart/2005/8/colors/accent1_2" csCatId="accent1"/>
      <dgm:spPr/>
      <dgm:t>
        <a:bodyPr/>
        <a:lstStyle/>
        <a:p>
          <a:endParaRPr lang="en-IN"/>
        </a:p>
      </dgm:t>
    </dgm:pt>
    <dgm:pt modelId="{C9C1E35D-1AF1-4D5A-BA8E-2AE62D265A61}">
      <dgm:prSet/>
      <dgm:spPr/>
      <dgm:t>
        <a:bodyPr/>
        <a:lstStyle/>
        <a:p>
          <a:pPr rtl="0"/>
          <a:r>
            <a:rPr lang="en-US" b="1" dirty="0" smtClean="0"/>
            <a:t>1. Enhancing Efficiency and Productivity</a:t>
          </a:r>
          <a:endParaRPr lang="en-IN" dirty="0"/>
        </a:p>
      </dgm:t>
    </dgm:pt>
    <dgm:pt modelId="{F8C6331A-F790-4B1B-90CA-6E59DBBB442B}" type="parTrans" cxnId="{FB4BC643-16ED-4451-95E0-AAFF95BFFDF7}">
      <dgm:prSet/>
      <dgm:spPr/>
      <dgm:t>
        <a:bodyPr/>
        <a:lstStyle/>
        <a:p>
          <a:endParaRPr lang="en-IN"/>
        </a:p>
      </dgm:t>
    </dgm:pt>
    <dgm:pt modelId="{119159C8-2A81-4AEB-8E7B-CB40CDB3E4F5}" type="sibTrans" cxnId="{FB4BC643-16ED-4451-95E0-AAFF95BFFDF7}">
      <dgm:prSet/>
      <dgm:spPr/>
      <dgm:t>
        <a:bodyPr/>
        <a:lstStyle/>
        <a:p>
          <a:endParaRPr lang="en-IN"/>
        </a:p>
      </dgm:t>
    </dgm:pt>
    <dgm:pt modelId="{B509EA9B-970D-4EF0-B753-4293E77D41A3}">
      <dgm:prSet/>
      <dgm:spPr/>
      <dgm:t>
        <a:bodyPr/>
        <a:lstStyle/>
        <a:p>
          <a:pPr rtl="0"/>
          <a:r>
            <a:rPr lang="en-US" smtClean="0"/>
            <a:t>IT automates repetitive tasks, streamlines workflows, and enables faster data processing.</a:t>
          </a:r>
          <a:br>
            <a:rPr lang="en-US" smtClean="0"/>
          </a:br>
          <a:r>
            <a:rPr lang="en-US" smtClean="0"/>
            <a:t>With tools like enterprise software, cloud applications, and automated systems, businesses reduce manual errors and allow employees to focus on creative and strategic responsibilities.</a:t>
          </a:r>
          <a:br>
            <a:rPr lang="en-US" smtClean="0"/>
          </a:br>
          <a:r>
            <a:rPr lang="en-US" smtClean="0"/>
            <a:t>This leads to:</a:t>
          </a:r>
          <a:endParaRPr lang="en-IN"/>
        </a:p>
      </dgm:t>
    </dgm:pt>
    <dgm:pt modelId="{450536B2-06DE-4521-92D1-EDBFB75BB0C1}" type="parTrans" cxnId="{FE043BB4-A93E-4A9E-9877-F15F64674311}">
      <dgm:prSet/>
      <dgm:spPr/>
      <dgm:t>
        <a:bodyPr/>
        <a:lstStyle/>
        <a:p>
          <a:endParaRPr lang="en-IN"/>
        </a:p>
      </dgm:t>
    </dgm:pt>
    <dgm:pt modelId="{7F25C2CA-C6AB-4815-9C40-0DC9284219AD}" type="sibTrans" cxnId="{FE043BB4-A93E-4A9E-9877-F15F64674311}">
      <dgm:prSet/>
      <dgm:spPr/>
      <dgm:t>
        <a:bodyPr/>
        <a:lstStyle/>
        <a:p>
          <a:endParaRPr lang="en-IN"/>
        </a:p>
      </dgm:t>
    </dgm:pt>
    <dgm:pt modelId="{C39B3FE0-2CC2-40AA-A9F5-F1998CFF2BDF}">
      <dgm:prSet/>
      <dgm:spPr/>
      <dgm:t>
        <a:bodyPr/>
        <a:lstStyle/>
        <a:p>
          <a:pPr rtl="0"/>
          <a:r>
            <a:rPr lang="en-US" smtClean="0"/>
            <a:t>faster operations</a:t>
          </a:r>
          <a:endParaRPr lang="en-IN"/>
        </a:p>
      </dgm:t>
    </dgm:pt>
    <dgm:pt modelId="{61F755FA-479D-4790-B784-685B62E1B80C}" type="parTrans" cxnId="{69F7C028-8A41-4721-B4D2-6A594CA64BDA}">
      <dgm:prSet/>
      <dgm:spPr/>
      <dgm:t>
        <a:bodyPr/>
        <a:lstStyle/>
        <a:p>
          <a:endParaRPr lang="en-IN"/>
        </a:p>
      </dgm:t>
    </dgm:pt>
    <dgm:pt modelId="{1F9A42CB-DB60-4A55-921C-BBBDAEFB416C}" type="sibTrans" cxnId="{69F7C028-8A41-4721-B4D2-6A594CA64BDA}">
      <dgm:prSet/>
      <dgm:spPr/>
      <dgm:t>
        <a:bodyPr/>
        <a:lstStyle/>
        <a:p>
          <a:endParaRPr lang="en-IN"/>
        </a:p>
      </dgm:t>
    </dgm:pt>
    <dgm:pt modelId="{6D139BDB-0B9B-4847-87D1-ED403075810D}">
      <dgm:prSet/>
      <dgm:spPr/>
      <dgm:t>
        <a:bodyPr/>
        <a:lstStyle/>
        <a:p>
          <a:pPr rtl="0"/>
          <a:r>
            <a:rPr lang="en-US" smtClean="0"/>
            <a:t>reduced costs</a:t>
          </a:r>
          <a:endParaRPr lang="en-IN"/>
        </a:p>
      </dgm:t>
    </dgm:pt>
    <dgm:pt modelId="{ABE0EF61-CB49-482B-8C6B-BB9F17D97C49}" type="parTrans" cxnId="{7637DF40-BEB5-4BEE-BDAE-DB47322F5838}">
      <dgm:prSet/>
      <dgm:spPr/>
      <dgm:t>
        <a:bodyPr/>
        <a:lstStyle/>
        <a:p>
          <a:endParaRPr lang="en-IN"/>
        </a:p>
      </dgm:t>
    </dgm:pt>
    <dgm:pt modelId="{A3DFF8DB-360E-4889-82D9-492D0E7FDB88}" type="sibTrans" cxnId="{7637DF40-BEB5-4BEE-BDAE-DB47322F5838}">
      <dgm:prSet/>
      <dgm:spPr/>
      <dgm:t>
        <a:bodyPr/>
        <a:lstStyle/>
        <a:p>
          <a:endParaRPr lang="en-IN"/>
        </a:p>
      </dgm:t>
    </dgm:pt>
    <dgm:pt modelId="{E049C08A-B2A0-408D-977E-3991C9A59E02}">
      <dgm:prSet/>
      <dgm:spPr/>
      <dgm:t>
        <a:bodyPr/>
        <a:lstStyle/>
        <a:p>
          <a:pPr rtl="0"/>
          <a:r>
            <a:rPr lang="en-US" smtClean="0"/>
            <a:t>improved work output</a:t>
          </a:r>
          <a:endParaRPr lang="en-IN"/>
        </a:p>
      </dgm:t>
    </dgm:pt>
    <dgm:pt modelId="{37A6859A-0ED4-4095-9F29-071FFA76BA06}" type="parTrans" cxnId="{D36B7D45-9890-41C0-BE82-04D3A35B0C1B}">
      <dgm:prSet/>
      <dgm:spPr/>
      <dgm:t>
        <a:bodyPr/>
        <a:lstStyle/>
        <a:p>
          <a:endParaRPr lang="en-IN"/>
        </a:p>
      </dgm:t>
    </dgm:pt>
    <dgm:pt modelId="{B16890F3-2F08-4A6C-9B62-E8A89DFE9D4C}" type="sibTrans" cxnId="{D36B7D45-9890-41C0-BE82-04D3A35B0C1B}">
      <dgm:prSet/>
      <dgm:spPr/>
      <dgm:t>
        <a:bodyPr/>
        <a:lstStyle/>
        <a:p>
          <a:endParaRPr lang="en-IN"/>
        </a:p>
      </dgm:t>
    </dgm:pt>
    <dgm:pt modelId="{39AC3565-B3A9-4D5C-8848-F1B17516CB0E}">
      <dgm:prSet/>
      <dgm:spPr/>
      <dgm:t>
        <a:bodyPr/>
        <a:lstStyle/>
        <a:p>
          <a:pPr rtl="0"/>
          <a:r>
            <a:rPr lang="en-US" smtClean="0"/>
            <a:t>higher accuracy</a:t>
          </a:r>
          <a:endParaRPr lang="en-IN"/>
        </a:p>
      </dgm:t>
    </dgm:pt>
    <dgm:pt modelId="{5F16670C-F587-4EB9-9447-4C6AB5BD4FEE}" type="parTrans" cxnId="{BC6B47E0-5883-4A35-AD86-57A7142F9B4A}">
      <dgm:prSet/>
      <dgm:spPr/>
      <dgm:t>
        <a:bodyPr/>
        <a:lstStyle/>
        <a:p>
          <a:endParaRPr lang="en-IN"/>
        </a:p>
      </dgm:t>
    </dgm:pt>
    <dgm:pt modelId="{2859DEC9-7179-4F61-86F9-E4498936EF15}" type="sibTrans" cxnId="{BC6B47E0-5883-4A35-AD86-57A7142F9B4A}">
      <dgm:prSet/>
      <dgm:spPr/>
      <dgm:t>
        <a:bodyPr/>
        <a:lstStyle/>
        <a:p>
          <a:endParaRPr lang="en-IN"/>
        </a:p>
      </dgm:t>
    </dgm:pt>
    <dgm:pt modelId="{A17ECFDB-B264-45C1-B725-E76C0E21BBEF}" type="pres">
      <dgm:prSet presAssocID="{1429E303-0416-4707-8D08-06E2F04ACE95}" presName="linearFlow" presStyleCnt="0">
        <dgm:presLayoutVars>
          <dgm:dir/>
          <dgm:animLvl val="lvl"/>
          <dgm:resizeHandles val="exact"/>
        </dgm:presLayoutVars>
      </dgm:prSet>
      <dgm:spPr/>
      <dgm:t>
        <a:bodyPr/>
        <a:lstStyle/>
        <a:p>
          <a:endParaRPr lang="en-IN"/>
        </a:p>
      </dgm:t>
    </dgm:pt>
    <dgm:pt modelId="{888CDE83-FEB6-4734-B5D3-CEDE3712B9B2}" type="pres">
      <dgm:prSet presAssocID="{C9C1E35D-1AF1-4D5A-BA8E-2AE62D265A61}" presName="composite" presStyleCnt="0"/>
      <dgm:spPr/>
    </dgm:pt>
    <dgm:pt modelId="{FD2B98FD-8600-45F8-AC88-3E3A40CC9613}" type="pres">
      <dgm:prSet presAssocID="{C9C1E35D-1AF1-4D5A-BA8E-2AE62D265A61}" presName="parentText" presStyleLbl="alignNode1" presStyleIdx="0" presStyleCnt="1">
        <dgm:presLayoutVars>
          <dgm:chMax val="1"/>
          <dgm:bulletEnabled val="1"/>
        </dgm:presLayoutVars>
      </dgm:prSet>
      <dgm:spPr/>
      <dgm:t>
        <a:bodyPr/>
        <a:lstStyle/>
        <a:p>
          <a:endParaRPr lang="en-IN"/>
        </a:p>
      </dgm:t>
    </dgm:pt>
    <dgm:pt modelId="{2A5B1CDB-2741-4C00-B18F-70883D9BF504}" type="pres">
      <dgm:prSet presAssocID="{C9C1E35D-1AF1-4D5A-BA8E-2AE62D265A61}" presName="descendantText" presStyleLbl="alignAcc1" presStyleIdx="0" presStyleCnt="1">
        <dgm:presLayoutVars>
          <dgm:bulletEnabled val="1"/>
        </dgm:presLayoutVars>
      </dgm:prSet>
      <dgm:spPr/>
      <dgm:t>
        <a:bodyPr/>
        <a:lstStyle/>
        <a:p>
          <a:endParaRPr lang="en-IN"/>
        </a:p>
      </dgm:t>
    </dgm:pt>
  </dgm:ptLst>
  <dgm:cxnLst>
    <dgm:cxn modelId="{AD806412-C8C0-4E63-A316-A033827F06BE}" type="presOf" srcId="{1429E303-0416-4707-8D08-06E2F04ACE95}" destId="{A17ECFDB-B264-45C1-B725-E76C0E21BBEF}" srcOrd="0" destOrd="0" presId="urn:microsoft.com/office/officeart/2005/8/layout/chevron2"/>
    <dgm:cxn modelId="{464AB1A0-A8E4-4D81-85C0-8FACC4A8CB41}" type="presOf" srcId="{6D139BDB-0B9B-4847-87D1-ED403075810D}" destId="{2A5B1CDB-2741-4C00-B18F-70883D9BF504}" srcOrd="0" destOrd="2" presId="urn:microsoft.com/office/officeart/2005/8/layout/chevron2"/>
    <dgm:cxn modelId="{DF99A097-F037-402B-92ED-2193912E4547}" type="presOf" srcId="{B509EA9B-970D-4EF0-B753-4293E77D41A3}" destId="{2A5B1CDB-2741-4C00-B18F-70883D9BF504}" srcOrd="0" destOrd="0" presId="urn:microsoft.com/office/officeart/2005/8/layout/chevron2"/>
    <dgm:cxn modelId="{BC6B47E0-5883-4A35-AD86-57A7142F9B4A}" srcId="{C9C1E35D-1AF1-4D5A-BA8E-2AE62D265A61}" destId="{39AC3565-B3A9-4D5C-8848-F1B17516CB0E}" srcOrd="4" destOrd="0" parTransId="{5F16670C-F587-4EB9-9447-4C6AB5BD4FEE}" sibTransId="{2859DEC9-7179-4F61-86F9-E4498936EF15}"/>
    <dgm:cxn modelId="{7637DF40-BEB5-4BEE-BDAE-DB47322F5838}" srcId="{C9C1E35D-1AF1-4D5A-BA8E-2AE62D265A61}" destId="{6D139BDB-0B9B-4847-87D1-ED403075810D}" srcOrd="2" destOrd="0" parTransId="{ABE0EF61-CB49-482B-8C6B-BB9F17D97C49}" sibTransId="{A3DFF8DB-360E-4889-82D9-492D0E7FDB88}"/>
    <dgm:cxn modelId="{D36B7D45-9890-41C0-BE82-04D3A35B0C1B}" srcId="{C9C1E35D-1AF1-4D5A-BA8E-2AE62D265A61}" destId="{E049C08A-B2A0-408D-977E-3991C9A59E02}" srcOrd="3" destOrd="0" parTransId="{37A6859A-0ED4-4095-9F29-071FFA76BA06}" sibTransId="{B16890F3-2F08-4A6C-9B62-E8A89DFE9D4C}"/>
    <dgm:cxn modelId="{69C711BE-0193-4A50-AC80-E7EA4DC581E2}" type="presOf" srcId="{39AC3565-B3A9-4D5C-8848-F1B17516CB0E}" destId="{2A5B1CDB-2741-4C00-B18F-70883D9BF504}" srcOrd="0" destOrd="4" presId="urn:microsoft.com/office/officeart/2005/8/layout/chevron2"/>
    <dgm:cxn modelId="{69F7C028-8A41-4721-B4D2-6A594CA64BDA}" srcId="{C9C1E35D-1AF1-4D5A-BA8E-2AE62D265A61}" destId="{C39B3FE0-2CC2-40AA-A9F5-F1998CFF2BDF}" srcOrd="1" destOrd="0" parTransId="{61F755FA-479D-4790-B784-685B62E1B80C}" sibTransId="{1F9A42CB-DB60-4A55-921C-BBBDAEFB416C}"/>
    <dgm:cxn modelId="{EBC23669-3620-4CBD-AAB8-61B936D0D6CF}" type="presOf" srcId="{E049C08A-B2A0-408D-977E-3991C9A59E02}" destId="{2A5B1CDB-2741-4C00-B18F-70883D9BF504}" srcOrd="0" destOrd="3" presId="urn:microsoft.com/office/officeart/2005/8/layout/chevron2"/>
    <dgm:cxn modelId="{FE043BB4-A93E-4A9E-9877-F15F64674311}" srcId="{C9C1E35D-1AF1-4D5A-BA8E-2AE62D265A61}" destId="{B509EA9B-970D-4EF0-B753-4293E77D41A3}" srcOrd="0" destOrd="0" parTransId="{450536B2-06DE-4521-92D1-EDBFB75BB0C1}" sibTransId="{7F25C2CA-C6AB-4815-9C40-0DC9284219AD}"/>
    <dgm:cxn modelId="{64CCB501-5781-44E2-AADA-04126B51FE88}" type="presOf" srcId="{C39B3FE0-2CC2-40AA-A9F5-F1998CFF2BDF}" destId="{2A5B1CDB-2741-4C00-B18F-70883D9BF504}" srcOrd="0" destOrd="1" presId="urn:microsoft.com/office/officeart/2005/8/layout/chevron2"/>
    <dgm:cxn modelId="{7CDC2369-32D0-4A55-96C2-C776EFA2BD7C}" type="presOf" srcId="{C9C1E35D-1AF1-4D5A-BA8E-2AE62D265A61}" destId="{FD2B98FD-8600-45F8-AC88-3E3A40CC9613}" srcOrd="0" destOrd="0" presId="urn:microsoft.com/office/officeart/2005/8/layout/chevron2"/>
    <dgm:cxn modelId="{FB4BC643-16ED-4451-95E0-AAFF95BFFDF7}" srcId="{1429E303-0416-4707-8D08-06E2F04ACE95}" destId="{C9C1E35D-1AF1-4D5A-BA8E-2AE62D265A61}" srcOrd="0" destOrd="0" parTransId="{F8C6331A-F790-4B1B-90CA-6E59DBBB442B}" sibTransId="{119159C8-2A81-4AEB-8E7B-CB40CDB3E4F5}"/>
    <dgm:cxn modelId="{B6EF1A8B-8483-4EC9-943D-54E7F810221C}" type="presParOf" srcId="{A17ECFDB-B264-45C1-B725-E76C0E21BBEF}" destId="{888CDE83-FEB6-4734-B5D3-CEDE3712B9B2}" srcOrd="0" destOrd="0" presId="urn:microsoft.com/office/officeart/2005/8/layout/chevron2"/>
    <dgm:cxn modelId="{B97D6DA8-381C-46C3-A3F4-2AA5CDD8C070}" type="presParOf" srcId="{888CDE83-FEB6-4734-B5D3-CEDE3712B9B2}" destId="{FD2B98FD-8600-45F8-AC88-3E3A40CC9613}" srcOrd="0" destOrd="0" presId="urn:microsoft.com/office/officeart/2005/8/layout/chevron2"/>
    <dgm:cxn modelId="{7631C200-0DDF-4EFF-8F4C-0EAD4AC08F6E}" type="presParOf" srcId="{888CDE83-FEB6-4734-B5D3-CEDE3712B9B2}" destId="{2A5B1CDB-2741-4C00-B18F-70883D9BF504}"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97A4119-87AA-482F-B8D3-5BD41CCF6817}" type="doc">
      <dgm:prSet loTypeId="urn:microsoft.com/office/officeart/2005/8/layout/chevron2" loCatId="process" qsTypeId="urn:microsoft.com/office/officeart/2005/8/quickstyle/3d1" qsCatId="3D" csTypeId="urn:microsoft.com/office/officeart/2005/8/colors/accent1_2" csCatId="accent1"/>
      <dgm:spPr/>
      <dgm:t>
        <a:bodyPr/>
        <a:lstStyle/>
        <a:p>
          <a:endParaRPr lang="en-IN"/>
        </a:p>
      </dgm:t>
    </dgm:pt>
    <dgm:pt modelId="{C117A444-EB52-4045-9E6E-1B00ADF3C9A4}">
      <dgm:prSet/>
      <dgm:spPr/>
      <dgm:t>
        <a:bodyPr/>
        <a:lstStyle/>
        <a:p>
          <a:pPr rtl="0"/>
          <a:r>
            <a:rPr lang="en-US" b="1" dirty="0" smtClean="0"/>
            <a:t>2. Improving Communication</a:t>
          </a:r>
          <a:endParaRPr lang="en-IN" dirty="0"/>
        </a:p>
      </dgm:t>
    </dgm:pt>
    <dgm:pt modelId="{351D4C29-3313-4F8D-ABD9-EF7CC740FB05}" type="parTrans" cxnId="{100722BA-0CB5-477E-BC7E-71FBB51EAB41}">
      <dgm:prSet/>
      <dgm:spPr/>
      <dgm:t>
        <a:bodyPr/>
        <a:lstStyle/>
        <a:p>
          <a:endParaRPr lang="en-IN"/>
        </a:p>
      </dgm:t>
    </dgm:pt>
    <dgm:pt modelId="{EB2FC370-B47A-46EB-81F9-F993B880C639}" type="sibTrans" cxnId="{100722BA-0CB5-477E-BC7E-71FBB51EAB41}">
      <dgm:prSet/>
      <dgm:spPr/>
      <dgm:t>
        <a:bodyPr/>
        <a:lstStyle/>
        <a:p>
          <a:endParaRPr lang="en-IN"/>
        </a:p>
      </dgm:t>
    </dgm:pt>
    <dgm:pt modelId="{FD9F0D66-BD22-4E8A-87C9-BF17A92C211E}">
      <dgm:prSet/>
      <dgm:spPr/>
      <dgm:t>
        <a:bodyPr/>
        <a:lstStyle/>
        <a:p>
          <a:pPr rtl="0"/>
          <a:r>
            <a:rPr lang="en-US" dirty="0" smtClean="0"/>
            <a:t>IT has transformed the way employees and organizations communicate.</a:t>
          </a:r>
          <a:br>
            <a:rPr lang="en-US" dirty="0" smtClean="0"/>
          </a:br>
          <a:r>
            <a:rPr lang="en-US" dirty="0" smtClean="0"/>
            <a:t>Tools such as:</a:t>
          </a:r>
          <a:endParaRPr lang="en-IN" dirty="0"/>
        </a:p>
      </dgm:t>
    </dgm:pt>
    <dgm:pt modelId="{9E0A7EDB-D31A-4425-A7A3-A8A9C32D045B}" type="parTrans" cxnId="{1516EBD9-60D8-4632-97CC-4485D9B64481}">
      <dgm:prSet/>
      <dgm:spPr/>
      <dgm:t>
        <a:bodyPr/>
        <a:lstStyle/>
        <a:p>
          <a:endParaRPr lang="en-IN"/>
        </a:p>
      </dgm:t>
    </dgm:pt>
    <dgm:pt modelId="{9A72CED3-1A72-4DD8-A25B-7760BC934285}" type="sibTrans" cxnId="{1516EBD9-60D8-4632-97CC-4485D9B64481}">
      <dgm:prSet/>
      <dgm:spPr/>
      <dgm:t>
        <a:bodyPr/>
        <a:lstStyle/>
        <a:p>
          <a:endParaRPr lang="en-IN"/>
        </a:p>
      </dgm:t>
    </dgm:pt>
    <dgm:pt modelId="{6759E73E-BF2C-433E-A602-EB510A05A36F}">
      <dgm:prSet/>
      <dgm:spPr/>
      <dgm:t>
        <a:bodyPr/>
        <a:lstStyle/>
        <a:p>
          <a:pPr rtl="0"/>
          <a:r>
            <a:rPr lang="en-US" smtClean="0"/>
            <a:t>email</a:t>
          </a:r>
          <a:endParaRPr lang="en-IN"/>
        </a:p>
      </dgm:t>
    </dgm:pt>
    <dgm:pt modelId="{4BE40C07-7B37-423B-899C-1FEF4A5E3503}" type="parTrans" cxnId="{88520C95-2662-4BE1-91D3-49A280357BD4}">
      <dgm:prSet/>
      <dgm:spPr/>
      <dgm:t>
        <a:bodyPr/>
        <a:lstStyle/>
        <a:p>
          <a:endParaRPr lang="en-IN"/>
        </a:p>
      </dgm:t>
    </dgm:pt>
    <dgm:pt modelId="{58DDC64D-CB13-400C-BA4B-9387604FEC56}" type="sibTrans" cxnId="{88520C95-2662-4BE1-91D3-49A280357BD4}">
      <dgm:prSet/>
      <dgm:spPr/>
      <dgm:t>
        <a:bodyPr/>
        <a:lstStyle/>
        <a:p>
          <a:endParaRPr lang="en-IN"/>
        </a:p>
      </dgm:t>
    </dgm:pt>
    <dgm:pt modelId="{6794FF5B-C5EF-470C-A102-F2039A8AB4CE}">
      <dgm:prSet/>
      <dgm:spPr/>
      <dgm:t>
        <a:bodyPr/>
        <a:lstStyle/>
        <a:p>
          <a:pPr rtl="0"/>
          <a:r>
            <a:rPr lang="en-US" smtClean="0"/>
            <a:t>instant messaging</a:t>
          </a:r>
          <a:endParaRPr lang="en-IN"/>
        </a:p>
      </dgm:t>
    </dgm:pt>
    <dgm:pt modelId="{8270A9D0-CD1C-42FA-BE67-BDDB6D558D80}" type="parTrans" cxnId="{74B7AF85-76AF-4C38-BCA5-7B9B45D8BD5F}">
      <dgm:prSet/>
      <dgm:spPr/>
      <dgm:t>
        <a:bodyPr/>
        <a:lstStyle/>
        <a:p>
          <a:endParaRPr lang="en-IN"/>
        </a:p>
      </dgm:t>
    </dgm:pt>
    <dgm:pt modelId="{25C8582A-D706-48B8-A0E0-48DC10A305E3}" type="sibTrans" cxnId="{74B7AF85-76AF-4C38-BCA5-7B9B45D8BD5F}">
      <dgm:prSet/>
      <dgm:spPr/>
      <dgm:t>
        <a:bodyPr/>
        <a:lstStyle/>
        <a:p>
          <a:endParaRPr lang="en-IN"/>
        </a:p>
      </dgm:t>
    </dgm:pt>
    <dgm:pt modelId="{C99A113C-7C96-4D41-9C4B-ED0049AA7CD3}">
      <dgm:prSet/>
      <dgm:spPr/>
      <dgm:t>
        <a:bodyPr/>
        <a:lstStyle/>
        <a:p>
          <a:pPr rtl="0"/>
          <a:r>
            <a:rPr lang="en-US" smtClean="0"/>
            <a:t>video conferencing</a:t>
          </a:r>
          <a:endParaRPr lang="en-IN"/>
        </a:p>
      </dgm:t>
    </dgm:pt>
    <dgm:pt modelId="{601350F7-B623-44AF-8804-FD6D4B532B6D}" type="parTrans" cxnId="{4759CA30-7AF9-401D-9AEB-327D4004798F}">
      <dgm:prSet/>
      <dgm:spPr/>
      <dgm:t>
        <a:bodyPr/>
        <a:lstStyle/>
        <a:p>
          <a:endParaRPr lang="en-IN"/>
        </a:p>
      </dgm:t>
    </dgm:pt>
    <dgm:pt modelId="{255B6307-290F-4F86-B277-CFDA655C388D}" type="sibTrans" cxnId="{4759CA30-7AF9-401D-9AEB-327D4004798F}">
      <dgm:prSet/>
      <dgm:spPr/>
      <dgm:t>
        <a:bodyPr/>
        <a:lstStyle/>
        <a:p>
          <a:endParaRPr lang="en-IN"/>
        </a:p>
      </dgm:t>
    </dgm:pt>
    <dgm:pt modelId="{89BA4587-07C1-40D6-BFF9-A8C53B7E621B}">
      <dgm:prSet/>
      <dgm:spPr/>
      <dgm:t>
        <a:bodyPr/>
        <a:lstStyle/>
        <a:p>
          <a:pPr rtl="0"/>
          <a:r>
            <a:rPr lang="en-US" smtClean="0"/>
            <a:t>collaborative platforms (e.g., Teams, Slack)</a:t>
          </a:r>
          <a:endParaRPr lang="en-IN"/>
        </a:p>
      </dgm:t>
    </dgm:pt>
    <dgm:pt modelId="{BD3D9748-6B6B-4AF2-B846-AA3A05B0A2AD}" type="parTrans" cxnId="{F335C81E-AC5B-4FE6-9646-6530C6B3BA1F}">
      <dgm:prSet/>
      <dgm:spPr/>
      <dgm:t>
        <a:bodyPr/>
        <a:lstStyle/>
        <a:p>
          <a:endParaRPr lang="en-IN"/>
        </a:p>
      </dgm:t>
    </dgm:pt>
    <dgm:pt modelId="{594101C6-6DD6-48F6-B7FF-71AD0F484DB6}" type="sibTrans" cxnId="{F335C81E-AC5B-4FE6-9646-6530C6B3BA1F}">
      <dgm:prSet/>
      <dgm:spPr/>
      <dgm:t>
        <a:bodyPr/>
        <a:lstStyle/>
        <a:p>
          <a:endParaRPr lang="en-IN"/>
        </a:p>
      </dgm:t>
    </dgm:pt>
    <dgm:pt modelId="{AD3EBACC-C6E7-4DFA-8418-AFB43B07AA93}">
      <dgm:prSet/>
      <dgm:spPr/>
      <dgm:t>
        <a:bodyPr/>
        <a:lstStyle/>
        <a:p>
          <a:pPr rtl="0"/>
          <a:r>
            <a:rPr lang="en-US" smtClean="0"/>
            <a:t>allow teams to connect and work together from anywhere in the world.</a:t>
          </a:r>
          <a:br>
            <a:rPr lang="en-US" smtClean="0"/>
          </a:br>
          <a:r>
            <a:rPr lang="en-US" smtClean="0"/>
            <a:t>This seamless communication strengthens teamwork and supports timely decision-making.</a:t>
          </a:r>
          <a:endParaRPr lang="en-IN"/>
        </a:p>
      </dgm:t>
    </dgm:pt>
    <dgm:pt modelId="{C64F2392-5A63-4452-A194-36B2BA77F2B4}" type="parTrans" cxnId="{44C02D39-77E8-4D9D-84A1-6C24A30E1D85}">
      <dgm:prSet/>
      <dgm:spPr/>
      <dgm:t>
        <a:bodyPr/>
        <a:lstStyle/>
        <a:p>
          <a:endParaRPr lang="en-IN"/>
        </a:p>
      </dgm:t>
    </dgm:pt>
    <dgm:pt modelId="{F315EBA9-EA7E-434F-B48D-FEE4869985C8}" type="sibTrans" cxnId="{44C02D39-77E8-4D9D-84A1-6C24A30E1D85}">
      <dgm:prSet/>
      <dgm:spPr/>
      <dgm:t>
        <a:bodyPr/>
        <a:lstStyle/>
        <a:p>
          <a:endParaRPr lang="en-IN"/>
        </a:p>
      </dgm:t>
    </dgm:pt>
    <dgm:pt modelId="{1D0E948A-A5E6-4E98-9AF1-89BF4D7AB13F}" type="pres">
      <dgm:prSet presAssocID="{D97A4119-87AA-482F-B8D3-5BD41CCF6817}" presName="linearFlow" presStyleCnt="0">
        <dgm:presLayoutVars>
          <dgm:dir/>
          <dgm:animLvl val="lvl"/>
          <dgm:resizeHandles val="exact"/>
        </dgm:presLayoutVars>
      </dgm:prSet>
      <dgm:spPr/>
      <dgm:t>
        <a:bodyPr/>
        <a:lstStyle/>
        <a:p>
          <a:endParaRPr lang="en-IN"/>
        </a:p>
      </dgm:t>
    </dgm:pt>
    <dgm:pt modelId="{669704A8-7628-4A64-8FC0-D80FAD1621F1}" type="pres">
      <dgm:prSet presAssocID="{C117A444-EB52-4045-9E6E-1B00ADF3C9A4}" presName="composite" presStyleCnt="0"/>
      <dgm:spPr/>
    </dgm:pt>
    <dgm:pt modelId="{D6D3018E-8B9E-485A-B4D8-D0283256E892}" type="pres">
      <dgm:prSet presAssocID="{C117A444-EB52-4045-9E6E-1B00ADF3C9A4}" presName="parentText" presStyleLbl="alignNode1" presStyleIdx="0" presStyleCnt="1">
        <dgm:presLayoutVars>
          <dgm:chMax val="1"/>
          <dgm:bulletEnabled val="1"/>
        </dgm:presLayoutVars>
      </dgm:prSet>
      <dgm:spPr/>
      <dgm:t>
        <a:bodyPr/>
        <a:lstStyle/>
        <a:p>
          <a:endParaRPr lang="en-IN"/>
        </a:p>
      </dgm:t>
    </dgm:pt>
    <dgm:pt modelId="{87C3453C-FE4E-43F2-B753-D18628E0AC53}" type="pres">
      <dgm:prSet presAssocID="{C117A444-EB52-4045-9E6E-1B00ADF3C9A4}" presName="descendantText" presStyleLbl="alignAcc1" presStyleIdx="0" presStyleCnt="1" custLinFactNeighborX="141" custLinFactNeighborY="-21683">
        <dgm:presLayoutVars>
          <dgm:bulletEnabled val="1"/>
        </dgm:presLayoutVars>
      </dgm:prSet>
      <dgm:spPr/>
      <dgm:t>
        <a:bodyPr/>
        <a:lstStyle/>
        <a:p>
          <a:endParaRPr lang="en-IN"/>
        </a:p>
      </dgm:t>
    </dgm:pt>
  </dgm:ptLst>
  <dgm:cxnLst>
    <dgm:cxn modelId="{A93C6061-5AFB-4379-BF20-B2582E851FF0}" type="presOf" srcId="{6794FF5B-C5EF-470C-A102-F2039A8AB4CE}" destId="{87C3453C-FE4E-43F2-B753-D18628E0AC53}" srcOrd="0" destOrd="2" presId="urn:microsoft.com/office/officeart/2005/8/layout/chevron2"/>
    <dgm:cxn modelId="{84828AA8-9E49-41F5-9FE3-65E3C86D8347}" type="presOf" srcId="{FD9F0D66-BD22-4E8A-87C9-BF17A92C211E}" destId="{87C3453C-FE4E-43F2-B753-D18628E0AC53}" srcOrd="0" destOrd="0" presId="urn:microsoft.com/office/officeart/2005/8/layout/chevron2"/>
    <dgm:cxn modelId="{74B7AF85-76AF-4C38-BCA5-7B9B45D8BD5F}" srcId="{C117A444-EB52-4045-9E6E-1B00ADF3C9A4}" destId="{6794FF5B-C5EF-470C-A102-F2039A8AB4CE}" srcOrd="2" destOrd="0" parTransId="{8270A9D0-CD1C-42FA-BE67-BDDB6D558D80}" sibTransId="{25C8582A-D706-48B8-A0E0-48DC10A305E3}"/>
    <dgm:cxn modelId="{C6FF8488-1D12-4C05-A316-846CBB4198D2}" type="presOf" srcId="{D97A4119-87AA-482F-B8D3-5BD41CCF6817}" destId="{1D0E948A-A5E6-4E98-9AF1-89BF4D7AB13F}" srcOrd="0" destOrd="0" presId="urn:microsoft.com/office/officeart/2005/8/layout/chevron2"/>
    <dgm:cxn modelId="{8310A034-F34C-4BF0-89E9-7357DF7F2771}" type="presOf" srcId="{C99A113C-7C96-4D41-9C4B-ED0049AA7CD3}" destId="{87C3453C-FE4E-43F2-B753-D18628E0AC53}" srcOrd="0" destOrd="3" presId="urn:microsoft.com/office/officeart/2005/8/layout/chevron2"/>
    <dgm:cxn modelId="{1516EBD9-60D8-4632-97CC-4485D9B64481}" srcId="{C117A444-EB52-4045-9E6E-1B00ADF3C9A4}" destId="{FD9F0D66-BD22-4E8A-87C9-BF17A92C211E}" srcOrd="0" destOrd="0" parTransId="{9E0A7EDB-D31A-4425-A7A3-A8A9C32D045B}" sibTransId="{9A72CED3-1A72-4DD8-A25B-7760BC934285}"/>
    <dgm:cxn modelId="{49332C33-0A46-4EDD-BB14-004484DB52F4}" type="presOf" srcId="{6759E73E-BF2C-433E-A602-EB510A05A36F}" destId="{87C3453C-FE4E-43F2-B753-D18628E0AC53}" srcOrd="0" destOrd="1" presId="urn:microsoft.com/office/officeart/2005/8/layout/chevron2"/>
    <dgm:cxn modelId="{4759CA30-7AF9-401D-9AEB-327D4004798F}" srcId="{C117A444-EB52-4045-9E6E-1B00ADF3C9A4}" destId="{C99A113C-7C96-4D41-9C4B-ED0049AA7CD3}" srcOrd="3" destOrd="0" parTransId="{601350F7-B623-44AF-8804-FD6D4B532B6D}" sibTransId="{255B6307-290F-4F86-B277-CFDA655C388D}"/>
    <dgm:cxn modelId="{88520C95-2662-4BE1-91D3-49A280357BD4}" srcId="{C117A444-EB52-4045-9E6E-1B00ADF3C9A4}" destId="{6759E73E-BF2C-433E-A602-EB510A05A36F}" srcOrd="1" destOrd="0" parTransId="{4BE40C07-7B37-423B-899C-1FEF4A5E3503}" sibTransId="{58DDC64D-CB13-400C-BA4B-9387604FEC56}"/>
    <dgm:cxn modelId="{100722BA-0CB5-477E-BC7E-71FBB51EAB41}" srcId="{D97A4119-87AA-482F-B8D3-5BD41CCF6817}" destId="{C117A444-EB52-4045-9E6E-1B00ADF3C9A4}" srcOrd="0" destOrd="0" parTransId="{351D4C29-3313-4F8D-ABD9-EF7CC740FB05}" sibTransId="{EB2FC370-B47A-46EB-81F9-F993B880C639}"/>
    <dgm:cxn modelId="{44C02D39-77E8-4D9D-84A1-6C24A30E1D85}" srcId="{C117A444-EB52-4045-9E6E-1B00ADF3C9A4}" destId="{AD3EBACC-C6E7-4DFA-8418-AFB43B07AA93}" srcOrd="5" destOrd="0" parTransId="{C64F2392-5A63-4452-A194-36B2BA77F2B4}" sibTransId="{F315EBA9-EA7E-434F-B48D-FEE4869985C8}"/>
    <dgm:cxn modelId="{7EE1FAAF-6168-4646-9BFE-38A9B2C7588D}" type="presOf" srcId="{AD3EBACC-C6E7-4DFA-8418-AFB43B07AA93}" destId="{87C3453C-FE4E-43F2-B753-D18628E0AC53}" srcOrd="0" destOrd="5" presId="urn:microsoft.com/office/officeart/2005/8/layout/chevron2"/>
    <dgm:cxn modelId="{F335C81E-AC5B-4FE6-9646-6530C6B3BA1F}" srcId="{C117A444-EB52-4045-9E6E-1B00ADF3C9A4}" destId="{89BA4587-07C1-40D6-BFF9-A8C53B7E621B}" srcOrd="4" destOrd="0" parTransId="{BD3D9748-6B6B-4AF2-B846-AA3A05B0A2AD}" sibTransId="{594101C6-6DD6-48F6-B7FF-71AD0F484DB6}"/>
    <dgm:cxn modelId="{8A90BF2B-EBBA-4BE5-9FC2-BECAEEF12D16}" type="presOf" srcId="{C117A444-EB52-4045-9E6E-1B00ADF3C9A4}" destId="{D6D3018E-8B9E-485A-B4D8-D0283256E892}" srcOrd="0" destOrd="0" presId="urn:microsoft.com/office/officeart/2005/8/layout/chevron2"/>
    <dgm:cxn modelId="{0BF6271D-E603-466C-BAC5-C7B4C3D2B42A}" type="presOf" srcId="{89BA4587-07C1-40D6-BFF9-A8C53B7E621B}" destId="{87C3453C-FE4E-43F2-B753-D18628E0AC53}" srcOrd="0" destOrd="4" presId="urn:microsoft.com/office/officeart/2005/8/layout/chevron2"/>
    <dgm:cxn modelId="{DCCCC32B-7B07-4428-97E2-DDD2464482AC}" type="presParOf" srcId="{1D0E948A-A5E6-4E98-9AF1-89BF4D7AB13F}" destId="{669704A8-7628-4A64-8FC0-D80FAD1621F1}" srcOrd="0" destOrd="0" presId="urn:microsoft.com/office/officeart/2005/8/layout/chevron2"/>
    <dgm:cxn modelId="{6965AE52-618D-40A2-A12D-67476E9A56E3}" type="presParOf" srcId="{669704A8-7628-4A64-8FC0-D80FAD1621F1}" destId="{D6D3018E-8B9E-485A-B4D8-D0283256E892}" srcOrd="0" destOrd="0" presId="urn:microsoft.com/office/officeart/2005/8/layout/chevron2"/>
    <dgm:cxn modelId="{A03ABE3C-3069-458F-8384-FBA132D7081D}" type="presParOf" srcId="{669704A8-7628-4A64-8FC0-D80FAD1621F1}" destId="{87C3453C-FE4E-43F2-B753-D18628E0AC53}"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7ADC8B3-06E1-4A2F-9C3A-75728EEC6F88}" type="doc">
      <dgm:prSet loTypeId="urn:microsoft.com/office/officeart/2005/8/layout/chevron2" loCatId="process" qsTypeId="urn:microsoft.com/office/officeart/2005/8/quickstyle/3d1" qsCatId="3D" csTypeId="urn:microsoft.com/office/officeart/2005/8/colors/accent1_2" csCatId="accent1"/>
      <dgm:spPr/>
      <dgm:t>
        <a:bodyPr/>
        <a:lstStyle/>
        <a:p>
          <a:endParaRPr lang="en-IN"/>
        </a:p>
      </dgm:t>
    </dgm:pt>
    <dgm:pt modelId="{FC0F239D-650C-45C0-95AE-684795DE74DE}">
      <dgm:prSet/>
      <dgm:spPr/>
      <dgm:t>
        <a:bodyPr/>
        <a:lstStyle/>
        <a:p>
          <a:pPr rtl="0"/>
          <a:r>
            <a:rPr lang="en-US" b="1" dirty="0" smtClean="0"/>
            <a:t>3. Data Management and Analysis</a:t>
          </a:r>
          <a:endParaRPr lang="en-IN" dirty="0"/>
        </a:p>
      </dgm:t>
    </dgm:pt>
    <dgm:pt modelId="{E6DA7ED3-1D93-4A1E-8BDD-9D1F4FF5EFBC}" type="parTrans" cxnId="{717BB32E-8036-4CAD-836E-B6B3263B462D}">
      <dgm:prSet/>
      <dgm:spPr/>
      <dgm:t>
        <a:bodyPr/>
        <a:lstStyle/>
        <a:p>
          <a:endParaRPr lang="en-IN"/>
        </a:p>
      </dgm:t>
    </dgm:pt>
    <dgm:pt modelId="{8D9EC016-F102-43FD-9454-F373FAEF7995}" type="sibTrans" cxnId="{717BB32E-8036-4CAD-836E-B6B3263B462D}">
      <dgm:prSet/>
      <dgm:spPr/>
      <dgm:t>
        <a:bodyPr/>
        <a:lstStyle/>
        <a:p>
          <a:endParaRPr lang="en-IN"/>
        </a:p>
      </dgm:t>
    </dgm:pt>
    <dgm:pt modelId="{1D0F2FF1-CF01-4F2C-B48F-A6392EB94DC6}">
      <dgm:prSet/>
      <dgm:spPr/>
      <dgm:t>
        <a:bodyPr/>
        <a:lstStyle/>
        <a:p>
          <a:pPr rtl="0"/>
          <a:r>
            <a:rPr lang="en-US" smtClean="0"/>
            <a:t>Businesses generate massive amounts of data every day.</a:t>
          </a:r>
          <a:br>
            <a:rPr lang="en-US" smtClean="0"/>
          </a:br>
          <a:r>
            <a:rPr lang="en-US" smtClean="0"/>
            <a:t>IT provides the infrastructure and tools to:</a:t>
          </a:r>
          <a:endParaRPr lang="en-IN"/>
        </a:p>
      </dgm:t>
    </dgm:pt>
    <dgm:pt modelId="{020FA2DF-7A75-4FED-87E9-3B56551A6ACB}" type="parTrans" cxnId="{614C10D6-1191-47C0-8BED-14704185AA10}">
      <dgm:prSet/>
      <dgm:spPr/>
      <dgm:t>
        <a:bodyPr/>
        <a:lstStyle/>
        <a:p>
          <a:endParaRPr lang="en-IN"/>
        </a:p>
      </dgm:t>
    </dgm:pt>
    <dgm:pt modelId="{1203CF03-E317-42D0-A6DD-2DA04B260A47}" type="sibTrans" cxnId="{614C10D6-1191-47C0-8BED-14704185AA10}">
      <dgm:prSet/>
      <dgm:spPr/>
      <dgm:t>
        <a:bodyPr/>
        <a:lstStyle/>
        <a:p>
          <a:endParaRPr lang="en-IN"/>
        </a:p>
      </dgm:t>
    </dgm:pt>
    <dgm:pt modelId="{2A49EECE-DC88-46C7-BD4C-36CEF7B90636}">
      <dgm:prSet/>
      <dgm:spPr/>
      <dgm:t>
        <a:bodyPr/>
        <a:lstStyle/>
        <a:p>
          <a:pPr rtl="0"/>
          <a:r>
            <a:rPr lang="en-US" smtClean="0"/>
            <a:t>collect data</a:t>
          </a:r>
          <a:endParaRPr lang="en-IN"/>
        </a:p>
      </dgm:t>
    </dgm:pt>
    <dgm:pt modelId="{ED174D74-33C3-4C97-AE81-2EA52406F19D}" type="parTrans" cxnId="{9FB27559-3EFE-40CF-863A-15C2A4694449}">
      <dgm:prSet/>
      <dgm:spPr/>
      <dgm:t>
        <a:bodyPr/>
        <a:lstStyle/>
        <a:p>
          <a:endParaRPr lang="en-IN"/>
        </a:p>
      </dgm:t>
    </dgm:pt>
    <dgm:pt modelId="{B0973CD4-10F1-4056-B71C-EAF5C7CD177E}" type="sibTrans" cxnId="{9FB27559-3EFE-40CF-863A-15C2A4694449}">
      <dgm:prSet/>
      <dgm:spPr/>
      <dgm:t>
        <a:bodyPr/>
        <a:lstStyle/>
        <a:p>
          <a:endParaRPr lang="en-IN"/>
        </a:p>
      </dgm:t>
    </dgm:pt>
    <dgm:pt modelId="{E276B331-790F-43F4-B591-5A3C591286A5}">
      <dgm:prSet/>
      <dgm:spPr/>
      <dgm:t>
        <a:bodyPr/>
        <a:lstStyle/>
        <a:p>
          <a:pPr rtl="0"/>
          <a:r>
            <a:rPr lang="en-US" smtClean="0"/>
            <a:t>store data securely</a:t>
          </a:r>
          <a:endParaRPr lang="en-IN"/>
        </a:p>
      </dgm:t>
    </dgm:pt>
    <dgm:pt modelId="{7CE25A95-FD8F-4773-8363-493824AD862B}" type="parTrans" cxnId="{194C4962-2B81-41DA-8F47-33B03783461A}">
      <dgm:prSet/>
      <dgm:spPr/>
      <dgm:t>
        <a:bodyPr/>
        <a:lstStyle/>
        <a:p>
          <a:endParaRPr lang="en-IN"/>
        </a:p>
      </dgm:t>
    </dgm:pt>
    <dgm:pt modelId="{929D53B4-64CD-40ED-9A43-815BB7FD30BC}" type="sibTrans" cxnId="{194C4962-2B81-41DA-8F47-33B03783461A}">
      <dgm:prSet/>
      <dgm:spPr/>
      <dgm:t>
        <a:bodyPr/>
        <a:lstStyle/>
        <a:p>
          <a:endParaRPr lang="en-IN"/>
        </a:p>
      </dgm:t>
    </dgm:pt>
    <dgm:pt modelId="{ADA856F2-8C81-400C-ADAE-31D108405C5D}">
      <dgm:prSet/>
      <dgm:spPr/>
      <dgm:t>
        <a:bodyPr/>
        <a:lstStyle/>
        <a:p>
          <a:pPr rtl="0"/>
          <a:r>
            <a:rPr lang="en-US" smtClean="0"/>
            <a:t>analyze data using analytics platforms</a:t>
          </a:r>
          <a:endParaRPr lang="en-IN"/>
        </a:p>
      </dgm:t>
    </dgm:pt>
    <dgm:pt modelId="{A7F1BA24-A561-45FE-8144-C8FC5D0B9F96}" type="parTrans" cxnId="{089DDBD4-C63F-4716-95D3-EF4292F0172E}">
      <dgm:prSet/>
      <dgm:spPr/>
      <dgm:t>
        <a:bodyPr/>
        <a:lstStyle/>
        <a:p>
          <a:endParaRPr lang="en-IN"/>
        </a:p>
      </dgm:t>
    </dgm:pt>
    <dgm:pt modelId="{8C785E25-96A0-46D9-BDC4-70AAFE7671D3}" type="sibTrans" cxnId="{089DDBD4-C63F-4716-95D3-EF4292F0172E}">
      <dgm:prSet/>
      <dgm:spPr/>
      <dgm:t>
        <a:bodyPr/>
        <a:lstStyle/>
        <a:p>
          <a:endParaRPr lang="en-IN"/>
        </a:p>
      </dgm:t>
    </dgm:pt>
    <dgm:pt modelId="{25A6093D-C1B7-4CFA-9D58-AAB626666391}">
      <dgm:prSet/>
      <dgm:spPr/>
      <dgm:t>
        <a:bodyPr/>
        <a:lstStyle/>
        <a:p>
          <a:pPr rtl="0"/>
          <a:r>
            <a:rPr lang="en-US" smtClean="0"/>
            <a:t>These insights help companies understand customer behavior, track performance, predict trends, and make informed, data-driven decisions.</a:t>
          </a:r>
          <a:endParaRPr lang="en-IN"/>
        </a:p>
      </dgm:t>
    </dgm:pt>
    <dgm:pt modelId="{4BACF8C9-3C69-4507-8CCD-806A7C7697FF}" type="parTrans" cxnId="{F6932B49-25A5-4BBC-99C0-16D7C5DA917F}">
      <dgm:prSet/>
      <dgm:spPr/>
      <dgm:t>
        <a:bodyPr/>
        <a:lstStyle/>
        <a:p>
          <a:endParaRPr lang="en-IN"/>
        </a:p>
      </dgm:t>
    </dgm:pt>
    <dgm:pt modelId="{E5436A0F-504E-431A-98E5-0CD4F9BBE034}" type="sibTrans" cxnId="{F6932B49-25A5-4BBC-99C0-16D7C5DA917F}">
      <dgm:prSet/>
      <dgm:spPr/>
      <dgm:t>
        <a:bodyPr/>
        <a:lstStyle/>
        <a:p>
          <a:endParaRPr lang="en-IN"/>
        </a:p>
      </dgm:t>
    </dgm:pt>
    <dgm:pt modelId="{A2B6CF0B-B154-4D9A-AFA1-4A7421CCDC64}" type="pres">
      <dgm:prSet presAssocID="{07ADC8B3-06E1-4A2F-9C3A-75728EEC6F88}" presName="linearFlow" presStyleCnt="0">
        <dgm:presLayoutVars>
          <dgm:dir/>
          <dgm:animLvl val="lvl"/>
          <dgm:resizeHandles val="exact"/>
        </dgm:presLayoutVars>
      </dgm:prSet>
      <dgm:spPr/>
      <dgm:t>
        <a:bodyPr/>
        <a:lstStyle/>
        <a:p>
          <a:endParaRPr lang="en-IN"/>
        </a:p>
      </dgm:t>
    </dgm:pt>
    <dgm:pt modelId="{41FB006F-AD61-46B7-90C0-1760F6E63C95}" type="pres">
      <dgm:prSet presAssocID="{FC0F239D-650C-45C0-95AE-684795DE74DE}" presName="composite" presStyleCnt="0"/>
      <dgm:spPr/>
    </dgm:pt>
    <dgm:pt modelId="{EC62F946-6F56-44DD-8726-176D492450E5}" type="pres">
      <dgm:prSet presAssocID="{FC0F239D-650C-45C0-95AE-684795DE74DE}" presName="parentText" presStyleLbl="alignNode1" presStyleIdx="0" presStyleCnt="1">
        <dgm:presLayoutVars>
          <dgm:chMax val="1"/>
          <dgm:bulletEnabled val="1"/>
        </dgm:presLayoutVars>
      </dgm:prSet>
      <dgm:spPr/>
      <dgm:t>
        <a:bodyPr/>
        <a:lstStyle/>
        <a:p>
          <a:endParaRPr lang="en-IN"/>
        </a:p>
      </dgm:t>
    </dgm:pt>
    <dgm:pt modelId="{966BCFFC-BE85-4DCD-8E18-0251EE458B6C}" type="pres">
      <dgm:prSet presAssocID="{FC0F239D-650C-45C0-95AE-684795DE74DE}" presName="descendantText" presStyleLbl="alignAcc1" presStyleIdx="0" presStyleCnt="1">
        <dgm:presLayoutVars>
          <dgm:bulletEnabled val="1"/>
        </dgm:presLayoutVars>
      </dgm:prSet>
      <dgm:spPr/>
      <dgm:t>
        <a:bodyPr/>
        <a:lstStyle/>
        <a:p>
          <a:endParaRPr lang="en-IN"/>
        </a:p>
      </dgm:t>
    </dgm:pt>
  </dgm:ptLst>
  <dgm:cxnLst>
    <dgm:cxn modelId="{9FB27559-3EFE-40CF-863A-15C2A4694449}" srcId="{FC0F239D-650C-45C0-95AE-684795DE74DE}" destId="{2A49EECE-DC88-46C7-BD4C-36CEF7B90636}" srcOrd="1" destOrd="0" parTransId="{ED174D74-33C3-4C97-AE81-2EA52406F19D}" sibTransId="{B0973CD4-10F1-4056-B71C-EAF5C7CD177E}"/>
    <dgm:cxn modelId="{614C10D6-1191-47C0-8BED-14704185AA10}" srcId="{FC0F239D-650C-45C0-95AE-684795DE74DE}" destId="{1D0F2FF1-CF01-4F2C-B48F-A6392EB94DC6}" srcOrd="0" destOrd="0" parTransId="{020FA2DF-7A75-4FED-87E9-3B56551A6ACB}" sibTransId="{1203CF03-E317-42D0-A6DD-2DA04B260A47}"/>
    <dgm:cxn modelId="{5EFDF0DA-34A6-4141-871E-3883AF066524}" type="presOf" srcId="{07ADC8B3-06E1-4A2F-9C3A-75728EEC6F88}" destId="{A2B6CF0B-B154-4D9A-AFA1-4A7421CCDC64}" srcOrd="0" destOrd="0" presId="urn:microsoft.com/office/officeart/2005/8/layout/chevron2"/>
    <dgm:cxn modelId="{2F07641F-D2FA-4B28-B1D0-238C2B9F56AA}" type="presOf" srcId="{ADA856F2-8C81-400C-ADAE-31D108405C5D}" destId="{966BCFFC-BE85-4DCD-8E18-0251EE458B6C}" srcOrd="0" destOrd="3" presId="urn:microsoft.com/office/officeart/2005/8/layout/chevron2"/>
    <dgm:cxn modelId="{089DDBD4-C63F-4716-95D3-EF4292F0172E}" srcId="{FC0F239D-650C-45C0-95AE-684795DE74DE}" destId="{ADA856F2-8C81-400C-ADAE-31D108405C5D}" srcOrd="3" destOrd="0" parTransId="{A7F1BA24-A561-45FE-8144-C8FC5D0B9F96}" sibTransId="{8C785E25-96A0-46D9-BDC4-70AAFE7671D3}"/>
    <dgm:cxn modelId="{F6932B49-25A5-4BBC-99C0-16D7C5DA917F}" srcId="{FC0F239D-650C-45C0-95AE-684795DE74DE}" destId="{25A6093D-C1B7-4CFA-9D58-AAB626666391}" srcOrd="4" destOrd="0" parTransId="{4BACF8C9-3C69-4507-8CCD-806A7C7697FF}" sibTransId="{E5436A0F-504E-431A-98E5-0CD4F9BBE034}"/>
    <dgm:cxn modelId="{194C4962-2B81-41DA-8F47-33B03783461A}" srcId="{FC0F239D-650C-45C0-95AE-684795DE74DE}" destId="{E276B331-790F-43F4-B591-5A3C591286A5}" srcOrd="2" destOrd="0" parTransId="{7CE25A95-FD8F-4773-8363-493824AD862B}" sibTransId="{929D53B4-64CD-40ED-9A43-815BB7FD30BC}"/>
    <dgm:cxn modelId="{0087B890-2B50-447C-87B5-9A2E590E6166}" type="presOf" srcId="{E276B331-790F-43F4-B591-5A3C591286A5}" destId="{966BCFFC-BE85-4DCD-8E18-0251EE458B6C}" srcOrd="0" destOrd="2" presId="urn:microsoft.com/office/officeart/2005/8/layout/chevron2"/>
    <dgm:cxn modelId="{717BB32E-8036-4CAD-836E-B6B3263B462D}" srcId="{07ADC8B3-06E1-4A2F-9C3A-75728EEC6F88}" destId="{FC0F239D-650C-45C0-95AE-684795DE74DE}" srcOrd="0" destOrd="0" parTransId="{E6DA7ED3-1D93-4A1E-8BDD-9D1F4FF5EFBC}" sibTransId="{8D9EC016-F102-43FD-9454-F373FAEF7995}"/>
    <dgm:cxn modelId="{C50E174F-11E7-42C9-A6B3-2551FC6D92AB}" type="presOf" srcId="{25A6093D-C1B7-4CFA-9D58-AAB626666391}" destId="{966BCFFC-BE85-4DCD-8E18-0251EE458B6C}" srcOrd="0" destOrd="4" presId="urn:microsoft.com/office/officeart/2005/8/layout/chevron2"/>
    <dgm:cxn modelId="{A9CDBB31-DEBD-4789-8C64-4F4F31A26A04}" type="presOf" srcId="{FC0F239D-650C-45C0-95AE-684795DE74DE}" destId="{EC62F946-6F56-44DD-8726-176D492450E5}" srcOrd="0" destOrd="0" presId="urn:microsoft.com/office/officeart/2005/8/layout/chevron2"/>
    <dgm:cxn modelId="{647E3873-880B-40DF-BE7B-35E50270BDA3}" type="presOf" srcId="{1D0F2FF1-CF01-4F2C-B48F-A6392EB94DC6}" destId="{966BCFFC-BE85-4DCD-8E18-0251EE458B6C}" srcOrd="0" destOrd="0" presId="urn:microsoft.com/office/officeart/2005/8/layout/chevron2"/>
    <dgm:cxn modelId="{4800182A-2D56-4CF5-B7E3-F52606771D76}" type="presOf" srcId="{2A49EECE-DC88-46C7-BD4C-36CEF7B90636}" destId="{966BCFFC-BE85-4DCD-8E18-0251EE458B6C}" srcOrd="0" destOrd="1" presId="urn:microsoft.com/office/officeart/2005/8/layout/chevron2"/>
    <dgm:cxn modelId="{69C8C5CC-AE2B-44CC-AF43-12AD7A733C57}" type="presParOf" srcId="{A2B6CF0B-B154-4D9A-AFA1-4A7421CCDC64}" destId="{41FB006F-AD61-46B7-90C0-1760F6E63C95}" srcOrd="0" destOrd="0" presId="urn:microsoft.com/office/officeart/2005/8/layout/chevron2"/>
    <dgm:cxn modelId="{B145A874-BAE5-4D02-B486-87C373D0F290}" type="presParOf" srcId="{41FB006F-AD61-46B7-90C0-1760F6E63C95}" destId="{EC62F946-6F56-44DD-8726-176D492450E5}" srcOrd="0" destOrd="0" presId="urn:microsoft.com/office/officeart/2005/8/layout/chevron2"/>
    <dgm:cxn modelId="{8597E6AC-9E20-48F4-8311-F0694545A827}" type="presParOf" srcId="{41FB006F-AD61-46B7-90C0-1760F6E63C95}" destId="{966BCFFC-BE85-4DCD-8E18-0251EE458B6C}"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98E9A9D-6C18-42BB-9DED-FF19C63DAB8E}"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IN"/>
        </a:p>
      </dgm:t>
    </dgm:pt>
    <dgm:pt modelId="{C9A3EB1C-E13D-406A-965F-502D60A94696}">
      <dgm:prSet/>
      <dgm:spPr/>
      <dgm:t>
        <a:bodyPr/>
        <a:lstStyle/>
        <a:p>
          <a:pPr rtl="0"/>
          <a:r>
            <a:rPr lang="en-US" b="1" dirty="0" smtClean="0"/>
            <a:t>4. Strengthening Customer Engagement</a:t>
          </a:r>
          <a:endParaRPr lang="en-IN" dirty="0"/>
        </a:p>
      </dgm:t>
    </dgm:pt>
    <dgm:pt modelId="{C354964C-DF29-4EBF-BB38-234CFB572DB4}" type="parTrans" cxnId="{5E9608FE-88CB-4EDB-B365-A2327207DC6F}">
      <dgm:prSet/>
      <dgm:spPr/>
      <dgm:t>
        <a:bodyPr/>
        <a:lstStyle/>
        <a:p>
          <a:endParaRPr lang="en-IN"/>
        </a:p>
      </dgm:t>
    </dgm:pt>
    <dgm:pt modelId="{C0A8F29B-4F75-41EC-900C-806A4FF58333}" type="sibTrans" cxnId="{5E9608FE-88CB-4EDB-B365-A2327207DC6F}">
      <dgm:prSet/>
      <dgm:spPr/>
      <dgm:t>
        <a:bodyPr/>
        <a:lstStyle/>
        <a:p>
          <a:endParaRPr lang="en-IN"/>
        </a:p>
      </dgm:t>
    </dgm:pt>
    <dgm:pt modelId="{42354C9B-42E6-42E7-8AE5-204009DE67EE}">
      <dgm:prSet/>
      <dgm:spPr/>
      <dgm:t>
        <a:bodyPr/>
        <a:lstStyle/>
        <a:p>
          <a:pPr rtl="0"/>
          <a:r>
            <a:rPr lang="en-US" smtClean="0"/>
            <a:t>IT enables businesses to connect with customers more effectively.</a:t>
          </a:r>
          <a:br>
            <a:rPr lang="en-US" smtClean="0"/>
          </a:br>
          <a:r>
            <a:rPr lang="en-US" smtClean="0"/>
            <a:t>Examples include:</a:t>
          </a:r>
          <a:endParaRPr lang="en-IN"/>
        </a:p>
      </dgm:t>
    </dgm:pt>
    <dgm:pt modelId="{D3BDB89F-8023-4928-9257-52C7D2C8326E}" type="parTrans" cxnId="{23EE93FE-7F2B-4A82-9B84-A6876D6C9814}">
      <dgm:prSet/>
      <dgm:spPr/>
      <dgm:t>
        <a:bodyPr/>
        <a:lstStyle/>
        <a:p>
          <a:endParaRPr lang="en-IN"/>
        </a:p>
      </dgm:t>
    </dgm:pt>
    <dgm:pt modelId="{F80AB36A-F6A5-4722-9C13-15312B4AB143}" type="sibTrans" cxnId="{23EE93FE-7F2B-4A82-9B84-A6876D6C9814}">
      <dgm:prSet/>
      <dgm:spPr/>
      <dgm:t>
        <a:bodyPr/>
        <a:lstStyle/>
        <a:p>
          <a:endParaRPr lang="en-IN"/>
        </a:p>
      </dgm:t>
    </dgm:pt>
    <dgm:pt modelId="{420A684F-3DFC-48BD-B4BD-A9DB1197C010}">
      <dgm:prSet/>
      <dgm:spPr/>
      <dgm:t>
        <a:bodyPr/>
        <a:lstStyle/>
        <a:p>
          <a:pPr rtl="0"/>
          <a:r>
            <a:rPr lang="en-US" smtClean="0"/>
            <a:t>e-commerce platforms</a:t>
          </a:r>
          <a:endParaRPr lang="en-IN"/>
        </a:p>
      </dgm:t>
    </dgm:pt>
    <dgm:pt modelId="{F7ECCC86-9286-48AA-B6EE-01F996335B7B}" type="parTrans" cxnId="{800378CC-5D3C-42A2-8122-553DC4B58E25}">
      <dgm:prSet/>
      <dgm:spPr/>
      <dgm:t>
        <a:bodyPr/>
        <a:lstStyle/>
        <a:p>
          <a:endParaRPr lang="en-IN"/>
        </a:p>
      </dgm:t>
    </dgm:pt>
    <dgm:pt modelId="{6EDB3857-5ECB-4D1C-BD34-3CE2E457E9A6}" type="sibTrans" cxnId="{800378CC-5D3C-42A2-8122-553DC4B58E25}">
      <dgm:prSet/>
      <dgm:spPr/>
      <dgm:t>
        <a:bodyPr/>
        <a:lstStyle/>
        <a:p>
          <a:endParaRPr lang="en-IN"/>
        </a:p>
      </dgm:t>
    </dgm:pt>
    <dgm:pt modelId="{57CB4074-08CB-4957-A8F0-07D4C41B5B98}">
      <dgm:prSet/>
      <dgm:spPr/>
      <dgm:t>
        <a:bodyPr/>
        <a:lstStyle/>
        <a:p>
          <a:pPr rtl="0"/>
          <a:r>
            <a:rPr lang="en-US" smtClean="0"/>
            <a:t>mobile apps</a:t>
          </a:r>
          <a:endParaRPr lang="en-IN"/>
        </a:p>
      </dgm:t>
    </dgm:pt>
    <dgm:pt modelId="{B1281597-162D-409D-8954-003509266470}" type="parTrans" cxnId="{CB5890F4-7457-4797-9A1B-6195B3C5B375}">
      <dgm:prSet/>
      <dgm:spPr/>
      <dgm:t>
        <a:bodyPr/>
        <a:lstStyle/>
        <a:p>
          <a:endParaRPr lang="en-IN"/>
        </a:p>
      </dgm:t>
    </dgm:pt>
    <dgm:pt modelId="{5592A3AD-DCD9-4448-978E-EFCA02298FD6}" type="sibTrans" cxnId="{CB5890F4-7457-4797-9A1B-6195B3C5B375}">
      <dgm:prSet/>
      <dgm:spPr/>
      <dgm:t>
        <a:bodyPr/>
        <a:lstStyle/>
        <a:p>
          <a:endParaRPr lang="en-IN"/>
        </a:p>
      </dgm:t>
    </dgm:pt>
    <dgm:pt modelId="{BFA85581-1F0E-4B83-B78C-828638981D0F}">
      <dgm:prSet/>
      <dgm:spPr/>
      <dgm:t>
        <a:bodyPr/>
        <a:lstStyle/>
        <a:p>
          <a:pPr rtl="0"/>
          <a:r>
            <a:rPr lang="en-US" dirty="0" smtClean="0"/>
            <a:t>social media</a:t>
          </a:r>
          <a:endParaRPr lang="en-IN" dirty="0"/>
        </a:p>
      </dgm:t>
    </dgm:pt>
    <dgm:pt modelId="{4899D239-6802-4EA3-8160-63302D4EBAEB}" type="parTrans" cxnId="{32C28208-9B88-4076-96A1-91C34E4FF5E0}">
      <dgm:prSet/>
      <dgm:spPr/>
      <dgm:t>
        <a:bodyPr/>
        <a:lstStyle/>
        <a:p>
          <a:endParaRPr lang="en-IN"/>
        </a:p>
      </dgm:t>
    </dgm:pt>
    <dgm:pt modelId="{9298430D-F420-4801-A061-69A20CEB77A2}" type="sibTrans" cxnId="{32C28208-9B88-4076-96A1-91C34E4FF5E0}">
      <dgm:prSet/>
      <dgm:spPr/>
      <dgm:t>
        <a:bodyPr/>
        <a:lstStyle/>
        <a:p>
          <a:endParaRPr lang="en-IN"/>
        </a:p>
      </dgm:t>
    </dgm:pt>
    <dgm:pt modelId="{6488AE62-35A4-42E9-B179-CB77A36BFAC8}">
      <dgm:prSet/>
      <dgm:spPr/>
      <dgm:t>
        <a:bodyPr/>
        <a:lstStyle/>
        <a:p>
          <a:pPr rtl="0"/>
          <a:r>
            <a:rPr lang="en-US" dirty="0" smtClean="0"/>
            <a:t>customer relationship management (CRM) software</a:t>
          </a:r>
          <a:endParaRPr lang="en-IN" dirty="0"/>
        </a:p>
      </dgm:t>
    </dgm:pt>
    <dgm:pt modelId="{AF5FDEAD-9599-4FDE-8647-B7FB4CADF224}" type="parTrans" cxnId="{F170C620-59A7-4B0D-B2A3-631A4BAA8D9F}">
      <dgm:prSet/>
      <dgm:spPr/>
      <dgm:t>
        <a:bodyPr/>
        <a:lstStyle/>
        <a:p>
          <a:endParaRPr lang="en-IN"/>
        </a:p>
      </dgm:t>
    </dgm:pt>
    <dgm:pt modelId="{42299A63-217F-4FBA-BB6A-0530194E1CBA}" type="sibTrans" cxnId="{F170C620-59A7-4B0D-B2A3-631A4BAA8D9F}">
      <dgm:prSet/>
      <dgm:spPr/>
      <dgm:t>
        <a:bodyPr/>
        <a:lstStyle/>
        <a:p>
          <a:endParaRPr lang="en-IN"/>
        </a:p>
      </dgm:t>
    </dgm:pt>
    <dgm:pt modelId="{89929EB3-B42F-426F-B84A-3B94BB0AA136}">
      <dgm:prSet/>
      <dgm:spPr/>
      <dgm:t>
        <a:bodyPr/>
        <a:lstStyle/>
        <a:p>
          <a:pPr rtl="0"/>
          <a:r>
            <a:rPr lang="en-US" smtClean="0"/>
            <a:t>These technologies help companies provide personalized services, respond quickly to customer needs, and build long-term loyalty.</a:t>
          </a:r>
          <a:endParaRPr lang="en-IN"/>
        </a:p>
      </dgm:t>
    </dgm:pt>
    <dgm:pt modelId="{6304E455-E3AB-4183-8F90-A6F3F562FE0A}" type="parTrans" cxnId="{2259D2EC-23A4-4173-9916-60283BB64D93}">
      <dgm:prSet/>
      <dgm:spPr/>
      <dgm:t>
        <a:bodyPr/>
        <a:lstStyle/>
        <a:p>
          <a:endParaRPr lang="en-IN"/>
        </a:p>
      </dgm:t>
    </dgm:pt>
    <dgm:pt modelId="{1B384084-FB91-4773-BA0A-871A71D2D6BB}" type="sibTrans" cxnId="{2259D2EC-23A4-4173-9916-60283BB64D93}">
      <dgm:prSet/>
      <dgm:spPr/>
      <dgm:t>
        <a:bodyPr/>
        <a:lstStyle/>
        <a:p>
          <a:endParaRPr lang="en-IN"/>
        </a:p>
      </dgm:t>
    </dgm:pt>
    <dgm:pt modelId="{2D52081E-1685-41EA-A5BD-941E077E8F9F}" type="pres">
      <dgm:prSet presAssocID="{198E9A9D-6C18-42BB-9DED-FF19C63DAB8E}" presName="linearFlow" presStyleCnt="0">
        <dgm:presLayoutVars>
          <dgm:dir/>
          <dgm:animLvl val="lvl"/>
          <dgm:resizeHandles val="exact"/>
        </dgm:presLayoutVars>
      </dgm:prSet>
      <dgm:spPr/>
      <dgm:t>
        <a:bodyPr/>
        <a:lstStyle/>
        <a:p>
          <a:endParaRPr lang="en-IN"/>
        </a:p>
      </dgm:t>
    </dgm:pt>
    <dgm:pt modelId="{F29FDE9F-0A7E-4560-9594-3CEF0658F93B}" type="pres">
      <dgm:prSet presAssocID="{C9A3EB1C-E13D-406A-965F-502D60A94696}" presName="composite" presStyleCnt="0"/>
      <dgm:spPr/>
    </dgm:pt>
    <dgm:pt modelId="{A6DEA1AA-542E-43AA-BBC1-F172C461D6C4}" type="pres">
      <dgm:prSet presAssocID="{C9A3EB1C-E13D-406A-965F-502D60A94696}" presName="parentText" presStyleLbl="alignNode1" presStyleIdx="0" presStyleCnt="1" custLinFactNeighborX="-15916" custLinFactNeighborY="0">
        <dgm:presLayoutVars>
          <dgm:chMax val="1"/>
          <dgm:bulletEnabled val="1"/>
        </dgm:presLayoutVars>
      </dgm:prSet>
      <dgm:spPr/>
      <dgm:t>
        <a:bodyPr/>
        <a:lstStyle/>
        <a:p>
          <a:endParaRPr lang="en-IN"/>
        </a:p>
      </dgm:t>
    </dgm:pt>
    <dgm:pt modelId="{496853A2-2703-472C-83BE-CA8F268E5297}" type="pres">
      <dgm:prSet presAssocID="{C9A3EB1C-E13D-406A-965F-502D60A94696}" presName="descendantText" presStyleLbl="alignAcc1" presStyleIdx="0" presStyleCnt="1" custLinFactNeighborX="976" custLinFactNeighborY="-4285">
        <dgm:presLayoutVars>
          <dgm:bulletEnabled val="1"/>
        </dgm:presLayoutVars>
      </dgm:prSet>
      <dgm:spPr/>
      <dgm:t>
        <a:bodyPr/>
        <a:lstStyle/>
        <a:p>
          <a:endParaRPr lang="en-IN"/>
        </a:p>
      </dgm:t>
    </dgm:pt>
  </dgm:ptLst>
  <dgm:cxnLst>
    <dgm:cxn modelId="{2259D2EC-23A4-4173-9916-60283BB64D93}" srcId="{C9A3EB1C-E13D-406A-965F-502D60A94696}" destId="{89929EB3-B42F-426F-B84A-3B94BB0AA136}" srcOrd="5" destOrd="0" parTransId="{6304E455-E3AB-4183-8F90-A6F3F562FE0A}" sibTransId="{1B384084-FB91-4773-BA0A-871A71D2D6BB}"/>
    <dgm:cxn modelId="{EFAA2C27-08B0-445F-B7FF-52BE6528BEB9}" type="presOf" srcId="{198E9A9D-6C18-42BB-9DED-FF19C63DAB8E}" destId="{2D52081E-1685-41EA-A5BD-941E077E8F9F}" srcOrd="0" destOrd="0" presId="urn:microsoft.com/office/officeart/2005/8/layout/chevron2"/>
    <dgm:cxn modelId="{58F332BF-D4B7-4A0A-99F4-762A98BB4F12}" type="presOf" srcId="{6488AE62-35A4-42E9-B179-CB77A36BFAC8}" destId="{496853A2-2703-472C-83BE-CA8F268E5297}" srcOrd="0" destOrd="3" presId="urn:microsoft.com/office/officeart/2005/8/layout/chevron2"/>
    <dgm:cxn modelId="{214EED00-4DA8-41C2-A663-2670909CFE1C}" type="presOf" srcId="{89929EB3-B42F-426F-B84A-3B94BB0AA136}" destId="{496853A2-2703-472C-83BE-CA8F268E5297}" srcOrd="0" destOrd="5" presId="urn:microsoft.com/office/officeart/2005/8/layout/chevron2"/>
    <dgm:cxn modelId="{3BFFA3E1-8997-4F2C-93C1-9D862DAA65FD}" type="presOf" srcId="{C9A3EB1C-E13D-406A-965F-502D60A94696}" destId="{A6DEA1AA-542E-43AA-BBC1-F172C461D6C4}" srcOrd="0" destOrd="0" presId="urn:microsoft.com/office/officeart/2005/8/layout/chevron2"/>
    <dgm:cxn modelId="{800378CC-5D3C-42A2-8122-553DC4B58E25}" srcId="{C9A3EB1C-E13D-406A-965F-502D60A94696}" destId="{420A684F-3DFC-48BD-B4BD-A9DB1197C010}" srcOrd="1" destOrd="0" parTransId="{F7ECCC86-9286-48AA-B6EE-01F996335B7B}" sibTransId="{6EDB3857-5ECB-4D1C-BD34-3CE2E457E9A6}"/>
    <dgm:cxn modelId="{CB5890F4-7457-4797-9A1B-6195B3C5B375}" srcId="{C9A3EB1C-E13D-406A-965F-502D60A94696}" destId="{57CB4074-08CB-4957-A8F0-07D4C41B5B98}" srcOrd="2" destOrd="0" parTransId="{B1281597-162D-409D-8954-003509266470}" sibTransId="{5592A3AD-DCD9-4448-978E-EFCA02298FD6}"/>
    <dgm:cxn modelId="{5E9608FE-88CB-4EDB-B365-A2327207DC6F}" srcId="{198E9A9D-6C18-42BB-9DED-FF19C63DAB8E}" destId="{C9A3EB1C-E13D-406A-965F-502D60A94696}" srcOrd="0" destOrd="0" parTransId="{C354964C-DF29-4EBF-BB38-234CFB572DB4}" sibTransId="{C0A8F29B-4F75-41EC-900C-806A4FF58333}"/>
    <dgm:cxn modelId="{32C28208-9B88-4076-96A1-91C34E4FF5E0}" srcId="{C9A3EB1C-E13D-406A-965F-502D60A94696}" destId="{BFA85581-1F0E-4B83-B78C-828638981D0F}" srcOrd="4" destOrd="0" parTransId="{4899D239-6802-4EA3-8160-63302D4EBAEB}" sibTransId="{9298430D-F420-4801-A061-69A20CEB77A2}"/>
    <dgm:cxn modelId="{C1E8DF72-9553-4E77-A249-A1493CF005DD}" type="presOf" srcId="{BFA85581-1F0E-4B83-B78C-828638981D0F}" destId="{496853A2-2703-472C-83BE-CA8F268E5297}" srcOrd="0" destOrd="4" presId="urn:microsoft.com/office/officeart/2005/8/layout/chevron2"/>
    <dgm:cxn modelId="{2369E7AA-8929-4C90-812B-ECB4FB193B57}" type="presOf" srcId="{42354C9B-42E6-42E7-8AE5-204009DE67EE}" destId="{496853A2-2703-472C-83BE-CA8F268E5297}" srcOrd="0" destOrd="0" presId="urn:microsoft.com/office/officeart/2005/8/layout/chevron2"/>
    <dgm:cxn modelId="{F170C620-59A7-4B0D-B2A3-631A4BAA8D9F}" srcId="{C9A3EB1C-E13D-406A-965F-502D60A94696}" destId="{6488AE62-35A4-42E9-B179-CB77A36BFAC8}" srcOrd="3" destOrd="0" parTransId="{AF5FDEAD-9599-4FDE-8647-B7FB4CADF224}" sibTransId="{42299A63-217F-4FBA-BB6A-0530194E1CBA}"/>
    <dgm:cxn modelId="{23EE93FE-7F2B-4A82-9B84-A6876D6C9814}" srcId="{C9A3EB1C-E13D-406A-965F-502D60A94696}" destId="{42354C9B-42E6-42E7-8AE5-204009DE67EE}" srcOrd="0" destOrd="0" parTransId="{D3BDB89F-8023-4928-9257-52C7D2C8326E}" sibTransId="{F80AB36A-F6A5-4722-9C13-15312B4AB143}"/>
    <dgm:cxn modelId="{736E023C-D53A-47BB-A94A-D854A9D93870}" type="presOf" srcId="{420A684F-3DFC-48BD-B4BD-A9DB1197C010}" destId="{496853A2-2703-472C-83BE-CA8F268E5297}" srcOrd="0" destOrd="1" presId="urn:microsoft.com/office/officeart/2005/8/layout/chevron2"/>
    <dgm:cxn modelId="{9369CB00-9A9C-49EC-8428-E47A7A896EB2}" type="presOf" srcId="{57CB4074-08CB-4957-A8F0-07D4C41B5B98}" destId="{496853A2-2703-472C-83BE-CA8F268E5297}" srcOrd="0" destOrd="2" presId="urn:microsoft.com/office/officeart/2005/8/layout/chevron2"/>
    <dgm:cxn modelId="{B2E1D370-03D1-49AD-A7D2-E800595E77A0}" type="presParOf" srcId="{2D52081E-1685-41EA-A5BD-941E077E8F9F}" destId="{F29FDE9F-0A7E-4560-9594-3CEF0658F93B}" srcOrd="0" destOrd="0" presId="urn:microsoft.com/office/officeart/2005/8/layout/chevron2"/>
    <dgm:cxn modelId="{0AF5CC33-4A28-488D-8925-7D52FF149B9D}" type="presParOf" srcId="{F29FDE9F-0A7E-4560-9594-3CEF0658F93B}" destId="{A6DEA1AA-542E-43AA-BBC1-F172C461D6C4}" srcOrd="0" destOrd="0" presId="urn:microsoft.com/office/officeart/2005/8/layout/chevron2"/>
    <dgm:cxn modelId="{A192871E-59EF-4CFD-8E69-2ADA64D1A099}" type="presParOf" srcId="{F29FDE9F-0A7E-4560-9594-3CEF0658F93B}" destId="{496853A2-2703-472C-83BE-CA8F268E5297}"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0E28259-962C-43D9-B991-6940F48EB931}"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IN"/>
        </a:p>
      </dgm:t>
    </dgm:pt>
    <dgm:pt modelId="{AFC089D2-E683-4310-91FE-3783D3A0D3DD}">
      <dgm:prSet custT="1"/>
      <dgm:spPr/>
      <dgm:t>
        <a:bodyPr anchor="t"/>
        <a:lstStyle/>
        <a:p>
          <a:pPr rtl="0"/>
          <a:r>
            <a:rPr lang="en-US" sz="1100" b="1" dirty="0" smtClean="0"/>
            <a:t>5. </a:t>
          </a:r>
          <a:r>
            <a:rPr lang="en-US" sz="1300" b="1" dirty="0" smtClean="0"/>
            <a:t>Driving Innovation and Competitive Advantage</a:t>
          </a:r>
          <a:endParaRPr lang="en-IN" sz="1300" dirty="0"/>
        </a:p>
      </dgm:t>
    </dgm:pt>
    <dgm:pt modelId="{DB23A095-6154-46AE-8FEB-4B8A04A25155}" type="parTrans" cxnId="{09F807D9-2FF5-4E95-BCC8-85235F831014}">
      <dgm:prSet/>
      <dgm:spPr/>
      <dgm:t>
        <a:bodyPr/>
        <a:lstStyle/>
        <a:p>
          <a:endParaRPr lang="en-IN"/>
        </a:p>
      </dgm:t>
    </dgm:pt>
    <dgm:pt modelId="{386F3AB8-A915-475D-BEDD-62E5C07A25D8}" type="sibTrans" cxnId="{09F807D9-2FF5-4E95-BCC8-85235F831014}">
      <dgm:prSet/>
      <dgm:spPr/>
      <dgm:t>
        <a:bodyPr/>
        <a:lstStyle/>
        <a:p>
          <a:endParaRPr lang="en-IN"/>
        </a:p>
      </dgm:t>
    </dgm:pt>
    <dgm:pt modelId="{DF9B3924-7389-4849-A6DC-6A910C5C8E83}">
      <dgm:prSet/>
      <dgm:spPr/>
      <dgm:t>
        <a:bodyPr/>
        <a:lstStyle/>
        <a:p>
          <a:pPr rtl="0"/>
          <a:r>
            <a:rPr lang="en-US" smtClean="0"/>
            <a:t>Modern organizations use IT to innovate and create new products, services, and business models.</a:t>
          </a:r>
          <a:br>
            <a:rPr lang="en-US" smtClean="0"/>
          </a:br>
          <a:r>
            <a:rPr lang="en-US" smtClean="0"/>
            <a:t>Emerging technologies such as:</a:t>
          </a:r>
          <a:endParaRPr lang="en-IN"/>
        </a:p>
      </dgm:t>
    </dgm:pt>
    <dgm:pt modelId="{A8974E44-C571-4E01-9B16-7EF986F226C8}" type="parTrans" cxnId="{30670158-DAAA-4AF6-8260-336DA35F5453}">
      <dgm:prSet/>
      <dgm:spPr/>
      <dgm:t>
        <a:bodyPr/>
        <a:lstStyle/>
        <a:p>
          <a:endParaRPr lang="en-IN"/>
        </a:p>
      </dgm:t>
    </dgm:pt>
    <dgm:pt modelId="{F93DF8D7-8158-4444-A12B-40A8AD22FF28}" type="sibTrans" cxnId="{30670158-DAAA-4AF6-8260-336DA35F5453}">
      <dgm:prSet/>
      <dgm:spPr/>
      <dgm:t>
        <a:bodyPr/>
        <a:lstStyle/>
        <a:p>
          <a:endParaRPr lang="en-IN"/>
        </a:p>
      </dgm:t>
    </dgm:pt>
    <dgm:pt modelId="{3EE4F6B7-11E0-4CD2-8D68-341E5B32C0F5}">
      <dgm:prSet/>
      <dgm:spPr/>
      <dgm:t>
        <a:bodyPr/>
        <a:lstStyle/>
        <a:p>
          <a:pPr rtl="0"/>
          <a:r>
            <a:rPr lang="en-US" smtClean="0"/>
            <a:t>Artificial Intelligence (AI)</a:t>
          </a:r>
          <a:endParaRPr lang="en-IN"/>
        </a:p>
      </dgm:t>
    </dgm:pt>
    <dgm:pt modelId="{150A9B3A-2944-4AC5-82DA-E27EC850594B}" type="parTrans" cxnId="{CD1F48B5-DD50-4F94-AD9A-6F06F952E8E6}">
      <dgm:prSet/>
      <dgm:spPr/>
      <dgm:t>
        <a:bodyPr/>
        <a:lstStyle/>
        <a:p>
          <a:endParaRPr lang="en-IN"/>
        </a:p>
      </dgm:t>
    </dgm:pt>
    <dgm:pt modelId="{B3156EBB-8F48-48DE-A73B-58ADC9DB18C7}" type="sibTrans" cxnId="{CD1F48B5-DD50-4F94-AD9A-6F06F952E8E6}">
      <dgm:prSet/>
      <dgm:spPr/>
      <dgm:t>
        <a:bodyPr/>
        <a:lstStyle/>
        <a:p>
          <a:endParaRPr lang="en-IN"/>
        </a:p>
      </dgm:t>
    </dgm:pt>
    <dgm:pt modelId="{25825924-305E-44E7-84F6-882C802A0CF0}">
      <dgm:prSet/>
      <dgm:spPr/>
      <dgm:t>
        <a:bodyPr/>
        <a:lstStyle/>
        <a:p>
          <a:pPr rtl="0"/>
          <a:r>
            <a:rPr lang="en-US" smtClean="0"/>
            <a:t>Machine Learning (ML)</a:t>
          </a:r>
          <a:endParaRPr lang="en-IN"/>
        </a:p>
      </dgm:t>
    </dgm:pt>
    <dgm:pt modelId="{EA603568-EC85-4ABA-9B7D-1D180A608021}" type="parTrans" cxnId="{4CED7066-E8CA-4156-B1EA-9EF1799BD729}">
      <dgm:prSet/>
      <dgm:spPr/>
      <dgm:t>
        <a:bodyPr/>
        <a:lstStyle/>
        <a:p>
          <a:endParaRPr lang="en-IN"/>
        </a:p>
      </dgm:t>
    </dgm:pt>
    <dgm:pt modelId="{1C339891-6486-4B30-BF4C-BDB03D697CA8}" type="sibTrans" cxnId="{4CED7066-E8CA-4156-B1EA-9EF1799BD729}">
      <dgm:prSet/>
      <dgm:spPr/>
      <dgm:t>
        <a:bodyPr/>
        <a:lstStyle/>
        <a:p>
          <a:endParaRPr lang="en-IN"/>
        </a:p>
      </dgm:t>
    </dgm:pt>
    <dgm:pt modelId="{065519FF-1A7E-4A34-8F86-87840D6C5A80}">
      <dgm:prSet/>
      <dgm:spPr/>
      <dgm:t>
        <a:bodyPr/>
        <a:lstStyle/>
        <a:p>
          <a:pPr rtl="0"/>
          <a:r>
            <a:rPr lang="en-US" smtClean="0"/>
            <a:t>Blockchain</a:t>
          </a:r>
          <a:endParaRPr lang="en-IN"/>
        </a:p>
      </dgm:t>
    </dgm:pt>
    <dgm:pt modelId="{39ACA884-C87D-4D7F-BC2E-546AA249DA9A}" type="parTrans" cxnId="{A0CD4589-389E-4E9A-A592-31BC319A2EF9}">
      <dgm:prSet/>
      <dgm:spPr/>
      <dgm:t>
        <a:bodyPr/>
        <a:lstStyle/>
        <a:p>
          <a:endParaRPr lang="en-IN"/>
        </a:p>
      </dgm:t>
    </dgm:pt>
    <dgm:pt modelId="{C84E3DD9-ECC3-42DC-96A2-E4EA5886FAA3}" type="sibTrans" cxnId="{A0CD4589-389E-4E9A-A592-31BC319A2EF9}">
      <dgm:prSet/>
      <dgm:spPr/>
      <dgm:t>
        <a:bodyPr/>
        <a:lstStyle/>
        <a:p>
          <a:endParaRPr lang="en-IN"/>
        </a:p>
      </dgm:t>
    </dgm:pt>
    <dgm:pt modelId="{2D0FE1CA-6E19-45D4-9097-688014ECAD1D}">
      <dgm:prSet/>
      <dgm:spPr/>
      <dgm:t>
        <a:bodyPr/>
        <a:lstStyle/>
        <a:p>
          <a:pPr rtl="0"/>
          <a:r>
            <a:rPr lang="en-US" smtClean="0"/>
            <a:t>Internet of Things (IoT)</a:t>
          </a:r>
          <a:endParaRPr lang="en-IN"/>
        </a:p>
      </dgm:t>
    </dgm:pt>
    <dgm:pt modelId="{00191FB3-02E3-42F6-972F-F0B68AF88016}" type="parTrans" cxnId="{A24D34B5-45BB-44F9-90CA-79E75FBC4D9E}">
      <dgm:prSet/>
      <dgm:spPr/>
      <dgm:t>
        <a:bodyPr/>
        <a:lstStyle/>
        <a:p>
          <a:endParaRPr lang="en-IN"/>
        </a:p>
      </dgm:t>
    </dgm:pt>
    <dgm:pt modelId="{AA6CFB96-5ADB-44CD-A5E7-E44F6DE47939}" type="sibTrans" cxnId="{A24D34B5-45BB-44F9-90CA-79E75FBC4D9E}">
      <dgm:prSet/>
      <dgm:spPr/>
      <dgm:t>
        <a:bodyPr/>
        <a:lstStyle/>
        <a:p>
          <a:endParaRPr lang="en-IN"/>
        </a:p>
      </dgm:t>
    </dgm:pt>
    <dgm:pt modelId="{7C992F80-73F6-4E37-B238-C9A0B2313F50}">
      <dgm:prSet/>
      <dgm:spPr/>
      <dgm:t>
        <a:bodyPr/>
        <a:lstStyle/>
        <a:p>
          <a:pPr rtl="0"/>
          <a:r>
            <a:rPr lang="en-US" smtClean="0"/>
            <a:t>allow businesses to stay ahead of competitors by improving processes and introducing creative solutions.</a:t>
          </a:r>
          <a:endParaRPr lang="en-IN"/>
        </a:p>
      </dgm:t>
    </dgm:pt>
    <dgm:pt modelId="{29DD4F48-9EDA-4BD1-AE43-C0F074C5D12B}" type="parTrans" cxnId="{F08B21C2-67C6-45ED-92C1-3E15F55DEA88}">
      <dgm:prSet/>
      <dgm:spPr/>
      <dgm:t>
        <a:bodyPr/>
        <a:lstStyle/>
        <a:p>
          <a:endParaRPr lang="en-IN"/>
        </a:p>
      </dgm:t>
    </dgm:pt>
    <dgm:pt modelId="{02F4B17D-330A-40F7-9482-D40C3DD3A6DD}" type="sibTrans" cxnId="{F08B21C2-67C6-45ED-92C1-3E15F55DEA88}">
      <dgm:prSet/>
      <dgm:spPr/>
      <dgm:t>
        <a:bodyPr/>
        <a:lstStyle/>
        <a:p>
          <a:endParaRPr lang="en-IN"/>
        </a:p>
      </dgm:t>
    </dgm:pt>
    <dgm:pt modelId="{8A2F8622-D9F7-42FB-BDDD-D8009DE54EB2}" type="pres">
      <dgm:prSet presAssocID="{70E28259-962C-43D9-B991-6940F48EB931}" presName="linearFlow" presStyleCnt="0">
        <dgm:presLayoutVars>
          <dgm:dir/>
          <dgm:animLvl val="lvl"/>
          <dgm:resizeHandles val="exact"/>
        </dgm:presLayoutVars>
      </dgm:prSet>
      <dgm:spPr/>
      <dgm:t>
        <a:bodyPr/>
        <a:lstStyle/>
        <a:p>
          <a:endParaRPr lang="en-IN"/>
        </a:p>
      </dgm:t>
    </dgm:pt>
    <dgm:pt modelId="{6B921A83-4F81-4D70-8493-A1DEC8B79B18}" type="pres">
      <dgm:prSet presAssocID="{AFC089D2-E683-4310-91FE-3783D3A0D3DD}" presName="composite" presStyleCnt="0"/>
      <dgm:spPr/>
    </dgm:pt>
    <dgm:pt modelId="{913CEC12-8DB2-494F-AD69-DBC29A93FE2F}" type="pres">
      <dgm:prSet presAssocID="{AFC089D2-E683-4310-91FE-3783D3A0D3DD}" presName="parentText" presStyleLbl="alignNode1" presStyleIdx="0" presStyleCnt="1">
        <dgm:presLayoutVars>
          <dgm:chMax val="1"/>
          <dgm:bulletEnabled val="1"/>
        </dgm:presLayoutVars>
      </dgm:prSet>
      <dgm:spPr/>
      <dgm:t>
        <a:bodyPr/>
        <a:lstStyle/>
        <a:p>
          <a:endParaRPr lang="en-IN"/>
        </a:p>
      </dgm:t>
    </dgm:pt>
    <dgm:pt modelId="{904A5CC2-8C61-480C-8B5E-4951A2D753BD}" type="pres">
      <dgm:prSet presAssocID="{AFC089D2-E683-4310-91FE-3783D3A0D3DD}" presName="descendantText" presStyleLbl="alignAcc1" presStyleIdx="0" presStyleCnt="1" custScaleX="97427" custLinFactNeighborX="-1224" custLinFactNeighborY="0">
        <dgm:presLayoutVars>
          <dgm:bulletEnabled val="1"/>
        </dgm:presLayoutVars>
      </dgm:prSet>
      <dgm:spPr/>
      <dgm:t>
        <a:bodyPr/>
        <a:lstStyle/>
        <a:p>
          <a:endParaRPr lang="en-IN"/>
        </a:p>
      </dgm:t>
    </dgm:pt>
  </dgm:ptLst>
  <dgm:cxnLst>
    <dgm:cxn modelId="{50CE9675-B318-44E2-920E-C57DDBA08B3F}" type="presOf" srcId="{70E28259-962C-43D9-B991-6940F48EB931}" destId="{8A2F8622-D9F7-42FB-BDDD-D8009DE54EB2}" srcOrd="0" destOrd="0" presId="urn:microsoft.com/office/officeart/2005/8/layout/chevron2"/>
    <dgm:cxn modelId="{4CED7066-E8CA-4156-B1EA-9EF1799BD729}" srcId="{AFC089D2-E683-4310-91FE-3783D3A0D3DD}" destId="{25825924-305E-44E7-84F6-882C802A0CF0}" srcOrd="2" destOrd="0" parTransId="{EA603568-EC85-4ABA-9B7D-1D180A608021}" sibTransId="{1C339891-6486-4B30-BF4C-BDB03D697CA8}"/>
    <dgm:cxn modelId="{09F807D9-2FF5-4E95-BCC8-85235F831014}" srcId="{70E28259-962C-43D9-B991-6940F48EB931}" destId="{AFC089D2-E683-4310-91FE-3783D3A0D3DD}" srcOrd="0" destOrd="0" parTransId="{DB23A095-6154-46AE-8FEB-4B8A04A25155}" sibTransId="{386F3AB8-A915-475D-BEDD-62E5C07A25D8}"/>
    <dgm:cxn modelId="{AF2DC1EE-8147-4C3C-BB23-865D9AF2B3EC}" type="presOf" srcId="{2D0FE1CA-6E19-45D4-9097-688014ECAD1D}" destId="{904A5CC2-8C61-480C-8B5E-4951A2D753BD}" srcOrd="0" destOrd="4" presId="urn:microsoft.com/office/officeart/2005/8/layout/chevron2"/>
    <dgm:cxn modelId="{F08B21C2-67C6-45ED-92C1-3E15F55DEA88}" srcId="{AFC089D2-E683-4310-91FE-3783D3A0D3DD}" destId="{7C992F80-73F6-4E37-B238-C9A0B2313F50}" srcOrd="5" destOrd="0" parTransId="{29DD4F48-9EDA-4BD1-AE43-C0F074C5D12B}" sibTransId="{02F4B17D-330A-40F7-9482-D40C3DD3A6DD}"/>
    <dgm:cxn modelId="{8CE3EF39-28FE-4564-B8A6-A8920073C512}" type="presOf" srcId="{AFC089D2-E683-4310-91FE-3783D3A0D3DD}" destId="{913CEC12-8DB2-494F-AD69-DBC29A93FE2F}" srcOrd="0" destOrd="0" presId="urn:microsoft.com/office/officeart/2005/8/layout/chevron2"/>
    <dgm:cxn modelId="{A0CD4589-389E-4E9A-A592-31BC319A2EF9}" srcId="{AFC089D2-E683-4310-91FE-3783D3A0D3DD}" destId="{065519FF-1A7E-4A34-8F86-87840D6C5A80}" srcOrd="3" destOrd="0" parTransId="{39ACA884-C87D-4D7F-BC2E-546AA249DA9A}" sibTransId="{C84E3DD9-ECC3-42DC-96A2-E4EA5886FAA3}"/>
    <dgm:cxn modelId="{599F65A6-D5C5-4778-AC30-D07687FDE3D4}" type="presOf" srcId="{25825924-305E-44E7-84F6-882C802A0CF0}" destId="{904A5CC2-8C61-480C-8B5E-4951A2D753BD}" srcOrd="0" destOrd="2" presId="urn:microsoft.com/office/officeart/2005/8/layout/chevron2"/>
    <dgm:cxn modelId="{DC64F7C7-1E05-4E36-AABB-D08A19727DBF}" type="presOf" srcId="{065519FF-1A7E-4A34-8F86-87840D6C5A80}" destId="{904A5CC2-8C61-480C-8B5E-4951A2D753BD}" srcOrd="0" destOrd="3" presId="urn:microsoft.com/office/officeart/2005/8/layout/chevron2"/>
    <dgm:cxn modelId="{CD1F48B5-DD50-4F94-AD9A-6F06F952E8E6}" srcId="{AFC089D2-E683-4310-91FE-3783D3A0D3DD}" destId="{3EE4F6B7-11E0-4CD2-8D68-341E5B32C0F5}" srcOrd="1" destOrd="0" parTransId="{150A9B3A-2944-4AC5-82DA-E27EC850594B}" sibTransId="{B3156EBB-8F48-48DE-A73B-58ADC9DB18C7}"/>
    <dgm:cxn modelId="{30670158-DAAA-4AF6-8260-336DA35F5453}" srcId="{AFC089D2-E683-4310-91FE-3783D3A0D3DD}" destId="{DF9B3924-7389-4849-A6DC-6A910C5C8E83}" srcOrd="0" destOrd="0" parTransId="{A8974E44-C571-4E01-9B16-7EF986F226C8}" sibTransId="{F93DF8D7-8158-4444-A12B-40A8AD22FF28}"/>
    <dgm:cxn modelId="{7076A331-617C-4F88-86AA-6AD3FDB3D0AE}" type="presOf" srcId="{3EE4F6B7-11E0-4CD2-8D68-341E5B32C0F5}" destId="{904A5CC2-8C61-480C-8B5E-4951A2D753BD}" srcOrd="0" destOrd="1" presId="urn:microsoft.com/office/officeart/2005/8/layout/chevron2"/>
    <dgm:cxn modelId="{2C4C8B90-79AF-49B1-ACD6-E9DF300243AA}" type="presOf" srcId="{DF9B3924-7389-4849-A6DC-6A910C5C8E83}" destId="{904A5CC2-8C61-480C-8B5E-4951A2D753BD}" srcOrd="0" destOrd="0" presId="urn:microsoft.com/office/officeart/2005/8/layout/chevron2"/>
    <dgm:cxn modelId="{A24D34B5-45BB-44F9-90CA-79E75FBC4D9E}" srcId="{AFC089D2-E683-4310-91FE-3783D3A0D3DD}" destId="{2D0FE1CA-6E19-45D4-9097-688014ECAD1D}" srcOrd="4" destOrd="0" parTransId="{00191FB3-02E3-42F6-972F-F0B68AF88016}" sibTransId="{AA6CFB96-5ADB-44CD-A5E7-E44F6DE47939}"/>
    <dgm:cxn modelId="{6C197C93-713B-4EEA-AD85-0130EFB41E78}" type="presOf" srcId="{7C992F80-73F6-4E37-B238-C9A0B2313F50}" destId="{904A5CC2-8C61-480C-8B5E-4951A2D753BD}" srcOrd="0" destOrd="5" presId="urn:microsoft.com/office/officeart/2005/8/layout/chevron2"/>
    <dgm:cxn modelId="{8BF09042-6612-4814-BB02-81BADD40CDC7}" type="presParOf" srcId="{8A2F8622-D9F7-42FB-BDDD-D8009DE54EB2}" destId="{6B921A83-4F81-4D70-8493-A1DEC8B79B18}" srcOrd="0" destOrd="0" presId="urn:microsoft.com/office/officeart/2005/8/layout/chevron2"/>
    <dgm:cxn modelId="{19F34294-6B83-4AF4-8021-983CE515C57D}" type="presParOf" srcId="{6B921A83-4F81-4D70-8493-A1DEC8B79B18}" destId="{913CEC12-8DB2-494F-AD69-DBC29A93FE2F}" srcOrd="0" destOrd="0" presId="urn:microsoft.com/office/officeart/2005/8/layout/chevron2"/>
    <dgm:cxn modelId="{7CF6055D-E03C-46AD-83CB-3DD54BB9DE3B}" type="presParOf" srcId="{6B921A83-4F81-4D70-8493-A1DEC8B79B18}" destId="{904A5CC2-8C61-480C-8B5E-4951A2D753BD}" srcOrd="1" destOrd="0" presId="urn:microsoft.com/office/officeart/2005/8/layout/chevron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A99F684-3851-4E05-9921-32DBBCC51EA3}" type="doc">
      <dgm:prSet loTypeId="urn:microsoft.com/office/officeart/2005/8/layout/chevron2" loCatId="process" qsTypeId="urn:microsoft.com/office/officeart/2005/8/quickstyle/3d1" qsCatId="3D" csTypeId="urn:microsoft.com/office/officeart/2005/8/colors/accent1_2" csCatId="accent1"/>
      <dgm:spPr/>
      <dgm:t>
        <a:bodyPr/>
        <a:lstStyle/>
        <a:p>
          <a:endParaRPr lang="en-IN"/>
        </a:p>
      </dgm:t>
    </dgm:pt>
    <dgm:pt modelId="{384ECCB0-11EB-4734-A93C-A4B06A150427}">
      <dgm:prSet/>
      <dgm:spPr/>
      <dgm:t>
        <a:bodyPr/>
        <a:lstStyle/>
        <a:p>
          <a:pPr rtl="0"/>
          <a:r>
            <a:rPr lang="en-US" b="1" smtClean="0"/>
            <a:t>6. Optimizing Supply Chain Management</a:t>
          </a:r>
          <a:endParaRPr lang="en-IN"/>
        </a:p>
      </dgm:t>
    </dgm:pt>
    <dgm:pt modelId="{61C1729A-1CFE-4393-8457-047C17202056}" type="parTrans" cxnId="{9A8B726A-6B5B-42A9-972C-96D1AB63591B}">
      <dgm:prSet/>
      <dgm:spPr/>
      <dgm:t>
        <a:bodyPr/>
        <a:lstStyle/>
        <a:p>
          <a:endParaRPr lang="en-IN"/>
        </a:p>
      </dgm:t>
    </dgm:pt>
    <dgm:pt modelId="{61DD59DA-0AE2-46BA-9785-65BC978B44B2}" type="sibTrans" cxnId="{9A8B726A-6B5B-42A9-972C-96D1AB63591B}">
      <dgm:prSet/>
      <dgm:spPr/>
      <dgm:t>
        <a:bodyPr/>
        <a:lstStyle/>
        <a:p>
          <a:endParaRPr lang="en-IN"/>
        </a:p>
      </dgm:t>
    </dgm:pt>
    <dgm:pt modelId="{2FB78255-4865-4A72-B8F2-7F9AF115FA42}">
      <dgm:prSet/>
      <dgm:spPr/>
      <dgm:t>
        <a:bodyPr/>
        <a:lstStyle/>
        <a:p>
          <a:pPr rtl="0"/>
          <a:r>
            <a:rPr lang="en-US" smtClean="0"/>
            <a:t>IT systems allow companies to monitor and manage their supply chains more efficiently.</a:t>
          </a:r>
          <a:br>
            <a:rPr lang="en-US" smtClean="0"/>
          </a:br>
          <a:r>
            <a:rPr lang="en-US" smtClean="0"/>
            <a:t>Through advanced software, businesses can:</a:t>
          </a:r>
          <a:endParaRPr lang="en-IN"/>
        </a:p>
      </dgm:t>
    </dgm:pt>
    <dgm:pt modelId="{7A95B45F-7917-4F23-8659-63BB72C2EE03}" type="parTrans" cxnId="{F2388636-4DC7-4854-916A-F60FB7F39945}">
      <dgm:prSet/>
      <dgm:spPr/>
      <dgm:t>
        <a:bodyPr/>
        <a:lstStyle/>
        <a:p>
          <a:endParaRPr lang="en-IN"/>
        </a:p>
      </dgm:t>
    </dgm:pt>
    <dgm:pt modelId="{AF867540-DF71-4DB4-97C1-869CF94220BA}" type="sibTrans" cxnId="{F2388636-4DC7-4854-916A-F60FB7F39945}">
      <dgm:prSet/>
      <dgm:spPr/>
      <dgm:t>
        <a:bodyPr/>
        <a:lstStyle/>
        <a:p>
          <a:endParaRPr lang="en-IN"/>
        </a:p>
      </dgm:t>
    </dgm:pt>
    <dgm:pt modelId="{22D49658-63D3-4D54-9334-FA2BA8CB1621}">
      <dgm:prSet/>
      <dgm:spPr/>
      <dgm:t>
        <a:bodyPr/>
        <a:lstStyle/>
        <a:p>
          <a:pPr rtl="0"/>
          <a:r>
            <a:rPr lang="en-US" smtClean="0"/>
            <a:t>track inventory levels</a:t>
          </a:r>
          <a:endParaRPr lang="en-IN"/>
        </a:p>
      </dgm:t>
    </dgm:pt>
    <dgm:pt modelId="{C2C63CC4-8069-41C2-B3A7-C19ABDE19AA2}" type="parTrans" cxnId="{5B40AB87-7A7F-49BF-9332-9AAEDDCCDBEE}">
      <dgm:prSet/>
      <dgm:spPr/>
      <dgm:t>
        <a:bodyPr/>
        <a:lstStyle/>
        <a:p>
          <a:endParaRPr lang="en-IN"/>
        </a:p>
      </dgm:t>
    </dgm:pt>
    <dgm:pt modelId="{3A3815D9-3D79-402F-A60F-E94ABE94666C}" type="sibTrans" cxnId="{5B40AB87-7A7F-49BF-9332-9AAEDDCCDBEE}">
      <dgm:prSet/>
      <dgm:spPr/>
      <dgm:t>
        <a:bodyPr/>
        <a:lstStyle/>
        <a:p>
          <a:endParaRPr lang="en-IN"/>
        </a:p>
      </dgm:t>
    </dgm:pt>
    <dgm:pt modelId="{FCD3DB26-A1F6-4B95-A8F5-46C0AF77C6C7}">
      <dgm:prSet/>
      <dgm:spPr/>
      <dgm:t>
        <a:bodyPr/>
        <a:lstStyle/>
        <a:p>
          <a:pPr rtl="0"/>
          <a:r>
            <a:rPr lang="en-US" smtClean="0"/>
            <a:t>forecast demand</a:t>
          </a:r>
          <a:endParaRPr lang="en-IN"/>
        </a:p>
      </dgm:t>
    </dgm:pt>
    <dgm:pt modelId="{D336587D-FF87-4F77-B91F-BD6DA5258393}" type="parTrans" cxnId="{7F12270E-A4E7-499B-B621-4112B395D1C7}">
      <dgm:prSet/>
      <dgm:spPr/>
      <dgm:t>
        <a:bodyPr/>
        <a:lstStyle/>
        <a:p>
          <a:endParaRPr lang="en-IN"/>
        </a:p>
      </dgm:t>
    </dgm:pt>
    <dgm:pt modelId="{DB5FD5CD-FB0F-4F33-9573-CEA40047A528}" type="sibTrans" cxnId="{7F12270E-A4E7-499B-B621-4112B395D1C7}">
      <dgm:prSet/>
      <dgm:spPr/>
      <dgm:t>
        <a:bodyPr/>
        <a:lstStyle/>
        <a:p>
          <a:endParaRPr lang="en-IN"/>
        </a:p>
      </dgm:t>
    </dgm:pt>
    <dgm:pt modelId="{8DDF13A6-4958-4FB0-9D64-6511356F6FD5}">
      <dgm:prSet/>
      <dgm:spPr/>
      <dgm:t>
        <a:bodyPr/>
        <a:lstStyle/>
        <a:p>
          <a:pPr rtl="0"/>
          <a:r>
            <a:rPr lang="en-US" smtClean="0"/>
            <a:t>manage logistics</a:t>
          </a:r>
          <a:endParaRPr lang="en-IN"/>
        </a:p>
      </dgm:t>
    </dgm:pt>
    <dgm:pt modelId="{C33EB3BF-F667-452F-B119-38A494E9C81C}" type="parTrans" cxnId="{E4A2FCDE-E292-424D-8115-C0ADBF2B4BA5}">
      <dgm:prSet/>
      <dgm:spPr/>
      <dgm:t>
        <a:bodyPr/>
        <a:lstStyle/>
        <a:p>
          <a:endParaRPr lang="en-IN"/>
        </a:p>
      </dgm:t>
    </dgm:pt>
    <dgm:pt modelId="{BD37B6A4-D005-4ACE-AA79-459F4EFCD84B}" type="sibTrans" cxnId="{E4A2FCDE-E292-424D-8115-C0ADBF2B4BA5}">
      <dgm:prSet/>
      <dgm:spPr/>
      <dgm:t>
        <a:bodyPr/>
        <a:lstStyle/>
        <a:p>
          <a:endParaRPr lang="en-IN"/>
        </a:p>
      </dgm:t>
    </dgm:pt>
    <dgm:pt modelId="{39A3589C-C1A7-4594-9A99-811107395944}">
      <dgm:prSet/>
      <dgm:spPr/>
      <dgm:t>
        <a:bodyPr/>
        <a:lstStyle/>
        <a:p>
          <a:pPr rtl="0"/>
          <a:r>
            <a:rPr lang="en-US" smtClean="0"/>
            <a:t>ensure timely deliveries</a:t>
          </a:r>
          <a:endParaRPr lang="en-IN"/>
        </a:p>
      </dgm:t>
    </dgm:pt>
    <dgm:pt modelId="{F45EC887-4476-4BDB-A6C2-B3E48D295897}" type="parTrans" cxnId="{C2835D6D-3CCF-4A09-93BA-B27A350AE67E}">
      <dgm:prSet/>
      <dgm:spPr/>
      <dgm:t>
        <a:bodyPr/>
        <a:lstStyle/>
        <a:p>
          <a:endParaRPr lang="en-IN"/>
        </a:p>
      </dgm:t>
    </dgm:pt>
    <dgm:pt modelId="{B746BE43-A6C4-47C3-9E02-8A2C79A15071}" type="sibTrans" cxnId="{C2835D6D-3CCF-4A09-93BA-B27A350AE67E}">
      <dgm:prSet/>
      <dgm:spPr/>
      <dgm:t>
        <a:bodyPr/>
        <a:lstStyle/>
        <a:p>
          <a:endParaRPr lang="en-IN"/>
        </a:p>
      </dgm:t>
    </dgm:pt>
    <dgm:pt modelId="{CBE70A59-466F-424F-90DA-38E6AA8441F6}">
      <dgm:prSet/>
      <dgm:spPr/>
      <dgm:t>
        <a:bodyPr/>
        <a:lstStyle/>
        <a:p>
          <a:pPr rtl="0"/>
          <a:r>
            <a:rPr lang="en-US" smtClean="0"/>
            <a:t>This reduces costs and enhances overall supply chain reliability.</a:t>
          </a:r>
          <a:endParaRPr lang="en-IN"/>
        </a:p>
      </dgm:t>
    </dgm:pt>
    <dgm:pt modelId="{41B1DAF5-1F8F-4E1D-9E04-05F3F437780D}" type="parTrans" cxnId="{3311BE02-825B-437D-8596-877BD3D18026}">
      <dgm:prSet/>
      <dgm:spPr/>
      <dgm:t>
        <a:bodyPr/>
        <a:lstStyle/>
        <a:p>
          <a:endParaRPr lang="en-IN"/>
        </a:p>
      </dgm:t>
    </dgm:pt>
    <dgm:pt modelId="{434F1275-00E1-4CA7-A750-42E7FA612F19}" type="sibTrans" cxnId="{3311BE02-825B-437D-8596-877BD3D18026}">
      <dgm:prSet/>
      <dgm:spPr/>
      <dgm:t>
        <a:bodyPr/>
        <a:lstStyle/>
        <a:p>
          <a:endParaRPr lang="en-IN"/>
        </a:p>
      </dgm:t>
    </dgm:pt>
    <dgm:pt modelId="{6519BE0D-B7F2-4C4E-938A-9CDC8B9A1221}" type="pres">
      <dgm:prSet presAssocID="{0A99F684-3851-4E05-9921-32DBBCC51EA3}" presName="linearFlow" presStyleCnt="0">
        <dgm:presLayoutVars>
          <dgm:dir/>
          <dgm:animLvl val="lvl"/>
          <dgm:resizeHandles val="exact"/>
        </dgm:presLayoutVars>
      </dgm:prSet>
      <dgm:spPr/>
      <dgm:t>
        <a:bodyPr/>
        <a:lstStyle/>
        <a:p>
          <a:endParaRPr lang="en-IN"/>
        </a:p>
      </dgm:t>
    </dgm:pt>
    <dgm:pt modelId="{C3317A35-DD88-464D-BB00-8FBC6B185B16}" type="pres">
      <dgm:prSet presAssocID="{384ECCB0-11EB-4734-A93C-A4B06A150427}" presName="composite" presStyleCnt="0"/>
      <dgm:spPr/>
    </dgm:pt>
    <dgm:pt modelId="{1EBC2EEE-3541-4E12-8673-531FFA27FC72}" type="pres">
      <dgm:prSet presAssocID="{384ECCB0-11EB-4734-A93C-A4B06A150427}" presName="parentText" presStyleLbl="alignNode1" presStyleIdx="0" presStyleCnt="1">
        <dgm:presLayoutVars>
          <dgm:chMax val="1"/>
          <dgm:bulletEnabled val="1"/>
        </dgm:presLayoutVars>
      </dgm:prSet>
      <dgm:spPr/>
      <dgm:t>
        <a:bodyPr/>
        <a:lstStyle/>
        <a:p>
          <a:endParaRPr lang="en-IN"/>
        </a:p>
      </dgm:t>
    </dgm:pt>
    <dgm:pt modelId="{9C02888B-AA34-4D88-A61C-791327C15AB5}" type="pres">
      <dgm:prSet presAssocID="{384ECCB0-11EB-4734-A93C-A4B06A150427}" presName="descendantText" presStyleLbl="alignAcc1" presStyleIdx="0" presStyleCnt="1">
        <dgm:presLayoutVars>
          <dgm:bulletEnabled val="1"/>
        </dgm:presLayoutVars>
      </dgm:prSet>
      <dgm:spPr/>
      <dgm:t>
        <a:bodyPr/>
        <a:lstStyle/>
        <a:p>
          <a:endParaRPr lang="en-IN"/>
        </a:p>
      </dgm:t>
    </dgm:pt>
  </dgm:ptLst>
  <dgm:cxnLst>
    <dgm:cxn modelId="{9A8B726A-6B5B-42A9-972C-96D1AB63591B}" srcId="{0A99F684-3851-4E05-9921-32DBBCC51EA3}" destId="{384ECCB0-11EB-4734-A93C-A4B06A150427}" srcOrd="0" destOrd="0" parTransId="{61C1729A-1CFE-4393-8457-047C17202056}" sibTransId="{61DD59DA-0AE2-46BA-9785-65BC978B44B2}"/>
    <dgm:cxn modelId="{5B40AB87-7A7F-49BF-9332-9AAEDDCCDBEE}" srcId="{384ECCB0-11EB-4734-A93C-A4B06A150427}" destId="{22D49658-63D3-4D54-9334-FA2BA8CB1621}" srcOrd="1" destOrd="0" parTransId="{C2C63CC4-8069-41C2-B3A7-C19ABDE19AA2}" sibTransId="{3A3815D9-3D79-402F-A60F-E94ABE94666C}"/>
    <dgm:cxn modelId="{E4A2FCDE-E292-424D-8115-C0ADBF2B4BA5}" srcId="{384ECCB0-11EB-4734-A93C-A4B06A150427}" destId="{8DDF13A6-4958-4FB0-9D64-6511356F6FD5}" srcOrd="3" destOrd="0" parTransId="{C33EB3BF-F667-452F-B119-38A494E9C81C}" sibTransId="{BD37B6A4-D005-4ACE-AA79-459F4EFCD84B}"/>
    <dgm:cxn modelId="{3311BE02-825B-437D-8596-877BD3D18026}" srcId="{384ECCB0-11EB-4734-A93C-A4B06A150427}" destId="{CBE70A59-466F-424F-90DA-38E6AA8441F6}" srcOrd="5" destOrd="0" parTransId="{41B1DAF5-1F8F-4E1D-9E04-05F3F437780D}" sibTransId="{434F1275-00E1-4CA7-A750-42E7FA612F19}"/>
    <dgm:cxn modelId="{D50DDC3A-39F8-4D1E-932A-E45F873DC58E}" type="presOf" srcId="{FCD3DB26-A1F6-4B95-A8F5-46C0AF77C6C7}" destId="{9C02888B-AA34-4D88-A61C-791327C15AB5}" srcOrd="0" destOrd="2" presId="urn:microsoft.com/office/officeart/2005/8/layout/chevron2"/>
    <dgm:cxn modelId="{A4E8F392-E298-4AAE-889D-7DE8A03C8598}" type="presOf" srcId="{CBE70A59-466F-424F-90DA-38E6AA8441F6}" destId="{9C02888B-AA34-4D88-A61C-791327C15AB5}" srcOrd="0" destOrd="5" presId="urn:microsoft.com/office/officeart/2005/8/layout/chevron2"/>
    <dgm:cxn modelId="{C2835D6D-3CCF-4A09-93BA-B27A350AE67E}" srcId="{384ECCB0-11EB-4734-A93C-A4B06A150427}" destId="{39A3589C-C1A7-4594-9A99-811107395944}" srcOrd="4" destOrd="0" parTransId="{F45EC887-4476-4BDB-A6C2-B3E48D295897}" sibTransId="{B746BE43-A6C4-47C3-9E02-8A2C79A15071}"/>
    <dgm:cxn modelId="{0B6547CE-D02C-4F36-9285-086CBDD1C959}" type="presOf" srcId="{0A99F684-3851-4E05-9921-32DBBCC51EA3}" destId="{6519BE0D-B7F2-4C4E-938A-9CDC8B9A1221}" srcOrd="0" destOrd="0" presId="urn:microsoft.com/office/officeart/2005/8/layout/chevron2"/>
    <dgm:cxn modelId="{E3728ED2-74D2-44F2-A0C1-D4E821B751AD}" type="presOf" srcId="{8DDF13A6-4958-4FB0-9D64-6511356F6FD5}" destId="{9C02888B-AA34-4D88-A61C-791327C15AB5}" srcOrd="0" destOrd="3" presId="urn:microsoft.com/office/officeart/2005/8/layout/chevron2"/>
    <dgm:cxn modelId="{CC9449E5-F12E-45AF-88BD-D3BA1506C693}" type="presOf" srcId="{384ECCB0-11EB-4734-A93C-A4B06A150427}" destId="{1EBC2EEE-3541-4E12-8673-531FFA27FC72}" srcOrd="0" destOrd="0" presId="urn:microsoft.com/office/officeart/2005/8/layout/chevron2"/>
    <dgm:cxn modelId="{393F7B08-0C97-4528-A17C-32D9CFB0A170}" type="presOf" srcId="{22D49658-63D3-4D54-9334-FA2BA8CB1621}" destId="{9C02888B-AA34-4D88-A61C-791327C15AB5}" srcOrd="0" destOrd="1" presId="urn:microsoft.com/office/officeart/2005/8/layout/chevron2"/>
    <dgm:cxn modelId="{61543031-9E8C-4B01-A37B-58608D114E51}" type="presOf" srcId="{39A3589C-C1A7-4594-9A99-811107395944}" destId="{9C02888B-AA34-4D88-A61C-791327C15AB5}" srcOrd="0" destOrd="4" presId="urn:microsoft.com/office/officeart/2005/8/layout/chevron2"/>
    <dgm:cxn modelId="{F10D3256-ED9A-4E2C-995C-990DCEF79643}" type="presOf" srcId="{2FB78255-4865-4A72-B8F2-7F9AF115FA42}" destId="{9C02888B-AA34-4D88-A61C-791327C15AB5}" srcOrd="0" destOrd="0" presId="urn:microsoft.com/office/officeart/2005/8/layout/chevron2"/>
    <dgm:cxn modelId="{7F12270E-A4E7-499B-B621-4112B395D1C7}" srcId="{384ECCB0-11EB-4734-A93C-A4B06A150427}" destId="{FCD3DB26-A1F6-4B95-A8F5-46C0AF77C6C7}" srcOrd="2" destOrd="0" parTransId="{D336587D-FF87-4F77-B91F-BD6DA5258393}" sibTransId="{DB5FD5CD-FB0F-4F33-9573-CEA40047A528}"/>
    <dgm:cxn modelId="{F2388636-4DC7-4854-916A-F60FB7F39945}" srcId="{384ECCB0-11EB-4734-A93C-A4B06A150427}" destId="{2FB78255-4865-4A72-B8F2-7F9AF115FA42}" srcOrd="0" destOrd="0" parTransId="{7A95B45F-7917-4F23-8659-63BB72C2EE03}" sibTransId="{AF867540-DF71-4DB4-97C1-869CF94220BA}"/>
    <dgm:cxn modelId="{3C7A03F2-A560-48E5-8912-1A47373CC56F}" type="presParOf" srcId="{6519BE0D-B7F2-4C4E-938A-9CDC8B9A1221}" destId="{C3317A35-DD88-464D-BB00-8FBC6B185B16}" srcOrd="0" destOrd="0" presId="urn:microsoft.com/office/officeart/2005/8/layout/chevron2"/>
    <dgm:cxn modelId="{6CBD9177-190B-4D3A-820E-F379F601461C}" type="presParOf" srcId="{C3317A35-DD88-464D-BB00-8FBC6B185B16}" destId="{1EBC2EEE-3541-4E12-8673-531FFA27FC72}" srcOrd="0" destOrd="0" presId="urn:microsoft.com/office/officeart/2005/8/layout/chevron2"/>
    <dgm:cxn modelId="{4EED2413-E5E1-42D8-9CAE-977268E213BF}" type="presParOf" srcId="{C3317A35-DD88-464D-BB00-8FBC6B185B16}" destId="{9C02888B-AA34-4D88-A61C-791327C15AB5}"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D7796AA-66D0-4EBC-BC9E-E9DBA2546A33}" type="doc">
      <dgm:prSet loTypeId="urn:microsoft.com/office/officeart/2005/8/layout/chevron2" loCatId="process" qsTypeId="urn:microsoft.com/office/officeart/2005/8/quickstyle/3d1" qsCatId="3D" csTypeId="urn:microsoft.com/office/officeart/2005/8/colors/accent1_2" csCatId="accent1"/>
      <dgm:spPr/>
      <dgm:t>
        <a:bodyPr/>
        <a:lstStyle/>
        <a:p>
          <a:endParaRPr lang="en-IN"/>
        </a:p>
      </dgm:t>
    </dgm:pt>
    <dgm:pt modelId="{DE1DD62C-E0B9-4EC9-AEF7-EFBCD582896C}">
      <dgm:prSet/>
      <dgm:spPr/>
      <dgm:t>
        <a:bodyPr/>
        <a:lstStyle/>
        <a:p>
          <a:pPr rtl="0"/>
          <a:r>
            <a:rPr lang="en-US" b="1" smtClean="0"/>
            <a:t>7. Enhancing Security and Managing Risks</a:t>
          </a:r>
          <a:endParaRPr lang="en-IN"/>
        </a:p>
      </dgm:t>
    </dgm:pt>
    <dgm:pt modelId="{04985DF8-398E-40F5-BE43-C35B8C6D6631}" type="parTrans" cxnId="{86A12F7D-144C-474C-BCFB-59A8F504B116}">
      <dgm:prSet/>
      <dgm:spPr/>
      <dgm:t>
        <a:bodyPr/>
        <a:lstStyle/>
        <a:p>
          <a:endParaRPr lang="en-IN"/>
        </a:p>
      </dgm:t>
    </dgm:pt>
    <dgm:pt modelId="{5C133F9D-86A7-4B7F-AB5D-E442487C273E}" type="sibTrans" cxnId="{86A12F7D-144C-474C-BCFB-59A8F504B116}">
      <dgm:prSet/>
      <dgm:spPr/>
      <dgm:t>
        <a:bodyPr/>
        <a:lstStyle/>
        <a:p>
          <a:endParaRPr lang="en-IN"/>
        </a:p>
      </dgm:t>
    </dgm:pt>
    <dgm:pt modelId="{00CEEFAF-ED0F-4ADB-95DA-F0CD97772821}">
      <dgm:prSet/>
      <dgm:spPr/>
      <dgm:t>
        <a:bodyPr/>
        <a:lstStyle/>
        <a:p>
          <a:pPr rtl="0"/>
          <a:r>
            <a:rPr lang="en-US" smtClean="0"/>
            <a:t>As businesses rely more on digital operations, cybersecurity becomes crucial.</a:t>
          </a:r>
          <a:br>
            <a:rPr lang="en-US" smtClean="0"/>
          </a:br>
          <a:r>
            <a:rPr lang="en-US" smtClean="0"/>
            <a:t>IT professionals implement:</a:t>
          </a:r>
          <a:endParaRPr lang="en-IN"/>
        </a:p>
      </dgm:t>
    </dgm:pt>
    <dgm:pt modelId="{0F98218A-65B7-48E7-B26F-ED1B70E977C1}" type="parTrans" cxnId="{568F6E8B-1043-411A-971E-874D07DC3BA1}">
      <dgm:prSet/>
      <dgm:spPr/>
      <dgm:t>
        <a:bodyPr/>
        <a:lstStyle/>
        <a:p>
          <a:endParaRPr lang="en-IN"/>
        </a:p>
      </dgm:t>
    </dgm:pt>
    <dgm:pt modelId="{7BEF0E3C-78EC-4980-BCC7-79A8EBAEFA1D}" type="sibTrans" cxnId="{568F6E8B-1043-411A-971E-874D07DC3BA1}">
      <dgm:prSet/>
      <dgm:spPr/>
      <dgm:t>
        <a:bodyPr/>
        <a:lstStyle/>
        <a:p>
          <a:endParaRPr lang="en-IN"/>
        </a:p>
      </dgm:t>
    </dgm:pt>
    <dgm:pt modelId="{4CFFCDCF-32D1-4550-A814-F15DF35D942C}">
      <dgm:prSet/>
      <dgm:spPr/>
      <dgm:t>
        <a:bodyPr/>
        <a:lstStyle/>
        <a:p>
          <a:pPr rtl="0"/>
          <a:r>
            <a:rPr lang="en-US" smtClean="0"/>
            <a:t>firewalls</a:t>
          </a:r>
          <a:endParaRPr lang="en-IN"/>
        </a:p>
      </dgm:t>
    </dgm:pt>
    <dgm:pt modelId="{720E7F64-04CB-4498-94F6-D78C691B8B3C}" type="parTrans" cxnId="{2D5BE40A-A525-4DC1-A1E0-218BF96B4701}">
      <dgm:prSet/>
      <dgm:spPr/>
      <dgm:t>
        <a:bodyPr/>
        <a:lstStyle/>
        <a:p>
          <a:endParaRPr lang="en-IN"/>
        </a:p>
      </dgm:t>
    </dgm:pt>
    <dgm:pt modelId="{98416EFD-A44E-4A6D-B1DA-D6B0A98DB11A}" type="sibTrans" cxnId="{2D5BE40A-A525-4DC1-A1E0-218BF96B4701}">
      <dgm:prSet/>
      <dgm:spPr/>
      <dgm:t>
        <a:bodyPr/>
        <a:lstStyle/>
        <a:p>
          <a:endParaRPr lang="en-IN"/>
        </a:p>
      </dgm:t>
    </dgm:pt>
    <dgm:pt modelId="{16583CCD-06DA-4BA1-9FD5-15B262CBB1D7}">
      <dgm:prSet/>
      <dgm:spPr/>
      <dgm:t>
        <a:bodyPr/>
        <a:lstStyle/>
        <a:p>
          <a:pPr rtl="0"/>
          <a:r>
            <a:rPr lang="en-US" smtClean="0"/>
            <a:t>encryption</a:t>
          </a:r>
          <a:endParaRPr lang="en-IN"/>
        </a:p>
      </dgm:t>
    </dgm:pt>
    <dgm:pt modelId="{0D68B7F3-C669-483D-B2B5-26B297EC5810}" type="parTrans" cxnId="{4274AFFC-FA2B-446D-93AA-6554D4A1953E}">
      <dgm:prSet/>
      <dgm:spPr/>
      <dgm:t>
        <a:bodyPr/>
        <a:lstStyle/>
        <a:p>
          <a:endParaRPr lang="en-IN"/>
        </a:p>
      </dgm:t>
    </dgm:pt>
    <dgm:pt modelId="{DDB3B2A7-8A0B-4188-83AA-3E6FB822757A}" type="sibTrans" cxnId="{4274AFFC-FA2B-446D-93AA-6554D4A1953E}">
      <dgm:prSet/>
      <dgm:spPr/>
      <dgm:t>
        <a:bodyPr/>
        <a:lstStyle/>
        <a:p>
          <a:endParaRPr lang="en-IN"/>
        </a:p>
      </dgm:t>
    </dgm:pt>
    <dgm:pt modelId="{FD3E4C8F-9385-4802-BCD8-B99FAAE41792}">
      <dgm:prSet/>
      <dgm:spPr/>
      <dgm:t>
        <a:bodyPr/>
        <a:lstStyle/>
        <a:p>
          <a:pPr rtl="0"/>
          <a:r>
            <a:rPr lang="en-US" smtClean="0"/>
            <a:t>intrusion detection systems</a:t>
          </a:r>
          <a:endParaRPr lang="en-IN"/>
        </a:p>
      </dgm:t>
    </dgm:pt>
    <dgm:pt modelId="{E95EDE63-DE06-4363-9EEC-99E28854F5F4}" type="parTrans" cxnId="{511C1969-5CD9-441B-B6DD-72C827CC39E8}">
      <dgm:prSet/>
      <dgm:spPr/>
      <dgm:t>
        <a:bodyPr/>
        <a:lstStyle/>
        <a:p>
          <a:endParaRPr lang="en-IN"/>
        </a:p>
      </dgm:t>
    </dgm:pt>
    <dgm:pt modelId="{FE69B9FD-5421-4AFB-B775-A5BE15DF5A79}" type="sibTrans" cxnId="{511C1969-5CD9-441B-B6DD-72C827CC39E8}">
      <dgm:prSet/>
      <dgm:spPr/>
      <dgm:t>
        <a:bodyPr/>
        <a:lstStyle/>
        <a:p>
          <a:endParaRPr lang="en-IN"/>
        </a:p>
      </dgm:t>
    </dgm:pt>
    <dgm:pt modelId="{00601C74-F619-4CB5-979C-E1DCFC61120C}">
      <dgm:prSet/>
      <dgm:spPr/>
      <dgm:t>
        <a:bodyPr/>
        <a:lstStyle/>
        <a:p>
          <a:pPr rtl="0"/>
          <a:r>
            <a:rPr lang="en-US" smtClean="0"/>
            <a:t>access controls</a:t>
          </a:r>
          <a:endParaRPr lang="en-IN"/>
        </a:p>
      </dgm:t>
    </dgm:pt>
    <dgm:pt modelId="{9A443652-241D-4194-8899-8E0EC6AF5E38}" type="parTrans" cxnId="{2F16EE31-FA05-4752-A2EF-B2E41FCED58C}">
      <dgm:prSet/>
      <dgm:spPr/>
      <dgm:t>
        <a:bodyPr/>
        <a:lstStyle/>
        <a:p>
          <a:endParaRPr lang="en-IN"/>
        </a:p>
      </dgm:t>
    </dgm:pt>
    <dgm:pt modelId="{AA28E8DE-8ECF-4F31-80CE-A7092B0E79ED}" type="sibTrans" cxnId="{2F16EE31-FA05-4752-A2EF-B2E41FCED58C}">
      <dgm:prSet/>
      <dgm:spPr/>
      <dgm:t>
        <a:bodyPr/>
        <a:lstStyle/>
        <a:p>
          <a:endParaRPr lang="en-IN"/>
        </a:p>
      </dgm:t>
    </dgm:pt>
    <dgm:pt modelId="{82819055-4A3A-4F03-B1B3-AD704D75D6FB}">
      <dgm:prSet/>
      <dgm:spPr/>
      <dgm:t>
        <a:bodyPr/>
        <a:lstStyle/>
        <a:p>
          <a:pPr rtl="0"/>
          <a:r>
            <a:rPr lang="en-US" smtClean="0"/>
            <a:t>to protect sensitive data, safeguard business continuity, and maintain customer trust.</a:t>
          </a:r>
          <a:endParaRPr lang="en-IN"/>
        </a:p>
      </dgm:t>
    </dgm:pt>
    <dgm:pt modelId="{E01DB92D-9329-4E9B-8DAE-E8E3B2D84E86}" type="parTrans" cxnId="{01B8AAED-22C0-4447-82D2-6A830D53671B}">
      <dgm:prSet/>
      <dgm:spPr/>
      <dgm:t>
        <a:bodyPr/>
        <a:lstStyle/>
        <a:p>
          <a:endParaRPr lang="en-IN"/>
        </a:p>
      </dgm:t>
    </dgm:pt>
    <dgm:pt modelId="{7DA0502F-8928-41B3-BCCE-D65CD2239A26}" type="sibTrans" cxnId="{01B8AAED-22C0-4447-82D2-6A830D53671B}">
      <dgm:prSet/>
      <dgm:spPr/>
      <dgm:t>
        <a:bodyPr/>
        <a:lstStyle/>
        <a:p>
          <a:endParaRPr lang="en-IN"/>
        </a:p>
      </dgm:t>
    </dgm:pt>
    <dgm:pt modelId="{B168DC54-B850-4539-B6DF-DEB16815F23B}" type="pres">
      <dgm:prSet presAssocID="{0D7796AA-66D0-4EBC-BC9E-E9DBA2546A33}" presName="linearFlow" presStyleCnt="0">
        <dgm:presLayoutVars>
          <dgm:dir/>
          <dgm:animLvl val="lvl"/>
          <dgm:resizeHandles val="exact"/>
        </dgm:presLayoutVars>
      </dgm:prSet>
      <dgm:spPr/>
      <dgm:t>
        <a:bodyPr/>
        <a:lstStyle/>
        <a:p>
          <a:endParaRPr lang="en-IN"/>
        </a:p>
      </dgm:t>
    </dgm:pt>
    <dgm:pt modelId="{42D163A5-BCC8-4337-88A5-93F59DCF8F0F}" type="pres">
      <dgm:prSet presAssocID="{DE1DD62C-E0B9-4EC9-AEF7-EFBCD582896C}" presName="composite" presStyleCnt="0"/>
      <dgm:spPr/>
    </dgm:pt>
    <dgm:pt modelId="{A4EF9B76-8CD0-4A07-B0E3-9BB55755ADFA}" type="pres">
      <dgm:prSet presAssocID="{DE1DD62C-E0B9-4EC9-AEF7-EFBCD582896C}" presName="parentText" presStyleLbl="alignNode1" presStyleIdx="0" presStyleCnt="1">
        <dgm:presLayoutVars>
          <dgm:chMax val="1"/>
          <dgm:bulletEnabled val="1"/>
        </dgm:presLayoutVars>
      </dgm:prSet>
      <dgm:spPr/>
      <dgm:t>
        <a:bodyPr/>
        <a:lstStyle/>
        <a:p>
          <a:endParaRPr lang="en-IN"/>
        </a:p>
      </dgm:t>
    </dgm:pt>
    <dgm:pt modelId="{AB9FAB0B-5E64-4510-8D7A-6531C4DBC801}" type="pres">
      <dgm:prSet presAssocID="{DE1DD62C-E0B9-4EC9-AEF7-EFBCD582896C}" presName="descendantText" presStyleLbl="alignAcc1" presStyleIdx="0" presStyleCnt="1">
        <dgm:presLayoutVars>
          <dgm:bulletEnabled val="1"/>
        </dgm:presLayoutVars>
      </dgm:prSet>
      <dgm:spPr/>
      <dgm:t>
        <a:bodyPr/>
        <a:lstStyle/>
        <a:p>
          <a:endParaRPr lang="en-IN"/>
        </a:p>
      </dgm:t>
    </dgm:pt>
  </dgm:ptLst>
  <dgm:cxnLst>
    <dgm:cxn modelId="{2F16EE31-FA05-4752-A2EF-B2E41FCED58C}" srcId="{DE1DD62C-E0B9-4EC9-AEF7-EFBCD582896C}" destId="{00601C74-F619-4CB5-979C-E1DCFC61120C}" srcOrd="4" destOrd="0" parTransId="{9A443652-241D-4194-8899-8E0EC6AF5E38}" sibTransId="{AA28E8DE-8ECF-4F31-80CE-A7092B0E79ED}"/>
    <dgm:cxn modelId="{4274AFFC-FA2B-446D-93AA-6554D4A1953E}" srcId="{DE1DD62C-E0B9-4EC9-AEF7-EFBCD582896C}" destId="{16583CCD-06DA-4BA1-9FD5-15B262CBB1D7}" srcOrd="2" destOrd="0" parTransId="{0D68B7F3-C669-483D-B2B5-26B297EC5810}" sibTransId="{DDB3B2A7-8A0B-4188-83AA-3E6FB822757A}"/>
    <dgm:cxn modelId="{9169EE2E-441F-48A4-94AA-CF5CE58DD35F}" type="presOf" srcId="{82819055-4A3A-4F03-B1B3-AD704D75D6FB}" destId="{AB9FAB0B-5E64-4510-8D7A-6531C4DBC801}" srcOrd="0" destOrd="5" presId="urn:microsoft.com/office/officeart/2005/8/layout/chevron2"/>
    <dgm:cxn modelId="{01B8AAED-22C0-4447-82D2-6A830D53671B}" srcId="{DE1DD62C-E0B9-4EC9-AEF7-EFBCD582896C}" destId="{82819055-4A3A-4F03-B1B3-AD704D75D6FB}" srcOrd="5" destOrd="0" parTransId="{E01DB92D-9329-4E9B-8DAE-E8E3B2D84E86}" sibTransId="{7DA0502F-8928-41B3-BCCE-D65CD2239A26}"/>
    <dgm:cxn modelId="{4BD114AA-1939-41CA-AD3E-29AB9AB7F638}" type="presOf" srcId="{DE1DD62C-E0B9-4EC9-AEF7-EFBCD582896C}" destId="{A4EF9B76-8CD0-4A07-B0E3-9BB55755ADFA}" srcOrd="0" destOrd="0" presId="urn:microsoft.com/office/officeart/2005/8/layout/chevron2"/>
    <dgm:cxn modelId="{511C1969-5CD9-441B-B6DD-72C827CC39E8}" srcId="{DE1DD62C-E0B9-4EC9-AEF7-EFBCD582896C}" destId="{FD3E4C8F-9385-4802-BCD8-B99FAAE41792}" srcOrd="3" destOrd="0" parTransId="{E95EDE63-DE06-4363-9EEC-99E28854F5F4}" sibTransId="{FE69B9FD-5421-4AFB-B775-A5BE15DF5A79}"/>
    <dgm:cxn modelId="{F9CB957E-C44D-4BA0-9132-490456E63E0A}" type="presOf" srcId="{00CEEFAF-ED0F-4ADB-95DA-F0CD97772821}" destId="{AB9FAB0B-5E64-4510-8D7A-6531C4DBC801}" srcOrd="0" destOrd="0" presId="urn:microsoft.com/office/officeart/2005/8/layout/chevron2"/>
    <dgm:cxn modelId="{86A12F7D-144C-474C-BCFB-59A8F504B116}" srcId="{0D7796AA-66D0-4EBC-BC9E-E9DBA2546A33}" destId="{DE1DD62C-E0B9-4EC9-AEF7-EFBCD582896C}" srcOrd="0" destOrd="0" parTransId="{04985DF8-398E-40F5-BE43-C35B8C6D6631}" sibTransId="{5C133F9D-86A7-4B7F-AB5D-E442487C273E}"/>
    <dgm:cxn modelId="{568F6E8B-1043-411A-971E-874D07DC3BA1}" srcId="{DE1DD62C-E0B9-4EC9-AEF7-EFBCD582896C}" destId="{00CEEFAF-ED0F-4ADB-95DA-F0CD97772821}" srcOrd="0" destOrd="0" parTransId="{0F98218A-65B7-48E7-B26F-ED1B70E977C1}" sibTransId="{7BEF0E3C-78EC-4980-BCC7-79A8EBAEFA1D}"/>
    <dgm:cxn modelId="{2D5BE40A-A525-4DC1-A1E0-218BF96B4701}" srcId="{DE1DD62C-E0B9-4EC9-AEF7-EFBCD582896C}" destId="{4CFFCDCF-32D1-4550-A814-F15DF35D942C}" srcOrd="1" destOrd="0" parTransId="{720E7F64-04CB-4498-94F6-D78C691B8B3C}" sibTransId="{98416EFD-A44E-4A6D-B1DA-D6B0A98DB11A}"/>
    <dgm:cxn modelId="{59500FAA-79F5-4451-83C2-E90AD48CD6C5}" type="presOf" srcId="{4CFFCDCF-32D1-4550-A814-F15DF35D942C}" destId="{AB9FAB0B-5E64-4510-8D7A-6531C4DBC801}" srcOrd="0" destOrd="1" presId="urn:microsoft.com/office/officeart/2005/8/layout/chevron2"/>
    <dgm:cxn modelId="{160F68F5-1136-44AD-ADC6-A4D63324D876}" type="presOf" srcId="{FD3E4C8F-9385-4802-BCD8-B99FAAE41792}" destId="{AB9FAB0B-5E64-4510-8D7A-6531C4DBC801}" srcOrd="0" destOrd="3" presId="urn:microsoft.com/office/officeart/2005/8/layout/chevron2"/>
    <dgm:cxn modelId="{6AA40A1B-0D67-4FEE-A325-86D41E51842D}" type="presOf" srcId="{16583CCD-06DA-4BA1-9FD5-15B262CBB1D7}" destId="{AB9FAB0B-5E64-4510-8D7A-6531C4DBC801}" srcOrd="0" destOrd="2" presId="urn:microsoft.com/office/officeart/2005/8/layout/chevron2"/>
    <dgm:cxn modelId="{B7330800-E697-4910-85DB-BFCA670F4D34}" type="presOf" srcId="{00601C74-F619-4CB5-979C-E1DCFC61120C}" destId="{AB9FAB0B-5E64-4510-8D7A-6531C4DBC801}" srcOrd="0" destOrd="4" presId="urn:microsoft.com/office/officeart/2005/8/layout/chevron2"/>
    <dgm:cxn modelId="{E40E2CEE-F3CE-4F65-8468-0ACE76FEBCB3}" type="presOf" srcId="{0D7796AA-66D0-4EBC-BC9E-E9DBA2546A33}" destId="{B168DC54-B850-4539-B6DF-DEB16815F23B}" srcOrd="0" destOrd="0" presId="urn:microsoft.com/office/officeart/2005/8/layout/chevron2"/>
    <dgm:cxn modelId="{68D4ED64-DDAF-4206-801A-91F2233EC3AB}" type="presParOf" srcId="{B168DC54-B850-4539-B6DF-DEB16815F23B}" destId="{42D163A5-BCC8-4337-88A5-93F59DCF8F0F}" srcOrd="0" destOrd="0" presId="urn:microsoft.com/office/officeart/2005/8/layout/chevron2"/>
    <dgm:cxn modelId="{00BA9D6E-E374-418A-BC94-1EDADFC4D2C0}" type="presParOf" srcId="{42D163A5-BCC8-4337-88A5-93F59DCF8F0F}" destId="{A4EF9B76-8CD0-4A07-B0E3-9BB55755ADFA}" srcOrd="0" destOrd="0" presId="urn:microsoft.com/office/officeart/2005/8/layout/chevron2"/>
    <dgm:cxn modelId="{16317696-F6BD-4F11-ACD2-DFC63E5A9EE2}" type="presParOf" srcId="{42D163A5-BCC8-4337-88A5-93F59DCF8F0F}" destId="{AB9FAB0B-5E64-4510-8D7A-6531C4DBC801}"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ADE6CA9-370A-4E9A-ADBC-7DFAE3699E6F}" type="doc">
      <dgm:prSet loTypeId="urn:microsoft.com/office/officeart/2005/8/layout/chevron2" loCatId="process" qsTypeId="urn:microsoft.com/office/officeart/2005/8/quickstyle/3d1" qsCatId="3D" csTypeId="urn:microsoft.com/office/officeart/2005/8/colors/accent1_2" csCatId="accent1"/>
      <dgm:spPr/>
      <dgm:t>
        <a:bodyPr/>
        <a:lstStyle/>
        <a:p>
          <a:endParaRPr lang="en-IN"/>
        </a:p>
      </dgm:t>
    </dgm:pt>
    <dgm:pt modelId="{E3BB8A38-F707-41DC-97BE-F14AF2492C69}">
      <dgm:prSet/>
      <dgm:spPr/>
      <dgm:t>
        <a:bodyPr/>
        <a:lstStyle/>
        <a:p>
          <a:pPr rtl="0"/>
          <a:r>
            <a:rPr lang="en-US" b="1" smtClean="0"/>
            <a:t>8. Reducing Costs</a:t>
          </a:r>
          <a:endParaRPr lang="en-IN"/>
        </a:p>
      </dgm:t>
    </dgm:pt>
    <dgm:pt modelId="{E3FD5D5E-8FAE-4727-9BAB-68394BEDA71A}" type="parTrans" cxnId="{668B69E2-7F29-49E6-996B-3D5294B0A7BC}">
      <dgm:prSet/>
      <dgm:spPr/>
      <dgm:t>
        <a:bodyPr/>
        <a:lstStyle/>
        <a:p>
          <a:endParaRPr lang="en-IN"/>
        </a:p>
      </dgm:t>
    </dgm:pt>
    <dgm:pt modelId="{1084EDAB-D3E8-4240-BED2-4E7FA5513762}" type="sibTrans" cxnId="{668B69E2-7F29-49E6-996B-3D5294B0A7BC}">
      <dgm:prSet/>
      <dgm:spPr/>
      <dgm:t>
        <a:bodyPr/>
        <a:lstStyle/>
        <a:p>
          <a:endParaRPr lang="en-IN"/>
        </a:p>
      </dgm:t>
    </dgm:pt>
    <dgm:pt modelId="{A7E2F127-B623-4743-90AA-D9F589ED20C9}">
      <dgm:prSet/>
      <dgm:spPr/>
      <dgm:t>
        <a:bodyPr/>
        <a:lstStyle/>
        <a:p>
          <a:pPr rtl="0"/>
          <a:r>
            <a:rPr lang="en-US" smtClean="0"/>
            <a:t>Although IT requires initial investment, it leads to long-term savings through:</a:t>
          </a:r>
          <a:endParaRPr lang="en-IN"/>
        </a:p>
      </dgm:t>
    </dgm:pt>
    <dgm:pt modelId="{725CAA59-AFE8-4790-B5DF-8C8CB9DF45CB}" type="parTrans" cxnId="{ADA99049-269F-4046-8773-C47BB0619A7E}">
      <dgm:prSet/>
      <dgm:spPr/>
      <dgm:t>
        <a:bodyPr/>
        <a:lstStyle/>
        <a:p>
          <a:endParaRPr lang="en-IN"/>
        </a:p>
      </dgm:t>
    </dgm:pt>
    <dgm:pt modelId="{C32D4B36-6B75-4D7E-9C3F-C1B82EFC9E42}" type="sibTrans" cxnId="{ADA99049-269F-4046-8773-C47BB0619A7E}">
      <dgm:prSet/>
      <dgm:spPr/>
      <dgm:t>
        <a:bodyPr/>
        <a:lstStyle/>
        <a:p>
          <a:endParaRPr lang="en-IN"/>
        </a:p>
      </dgm:t>
    </dgm:pt>
    <dgm:pt modelId="{A23C7E9E-4C4A-4443-B462-11939B99A9DB}">
      <dgm:prSet/>
      <dgm:spPr/>
      <dgm:t>
        <a:bodyPr/>
        <a:lstStyle/>
        <a:p>
          <a:pPr rtl="0"/>
          <a:r>
            <a:rPr lang="en-US" smtClean="0"/>
            <a:t>automation</a:t>
          </a:r>
          <a:endParaRPr lang="en-IN"/>
        </a:p>
      </dgm:t>
    </dgm:pt>
    <dgm:pt modelId="{862FB37C-03D8-4B29-B10D-68C31D59B612}" type="parTrans" cxnId="{CDBEC2C3-51CE-42A2-9D76-59366EAD37E1}">
      <dgm:prSet/>
      <dgm:spPr/>
      <dgm:t>
        <a:bodyPr/>
        <a:lstStyle/>
        <a:p>
          <a:endParaRPr lang="en-IN"/>
        </a:p>
      </dgm:t>
    </dgm:pt>
    <dgm:pt modelId="{12B86A82-10D0-4F89-99E9-D378247A427C}" type="sibTrans" cxnId="{CDBEC2C3-51CE-42A2-9D76-59366EAD37E1}">
      <dgm:prSet/>
      <dgm:spPr/>
      <dgm:t>
        <a:bodyPr/>
        <a:lstStyle/>
        <a:p>
          <a:endParaRPr lang="en-IN"/>
        </a:p>
      </dgm:t>
    </dgm:pt>
    <dgm:pt modelId="{D83697F0-5CEF-4C4D-9DE7-877B66E0098D}">
      <dgm:prSet/>
      <dgm:spPr/>
      <dgm:t>
        <a:bodyPr/>
        <a:lstStyle/>
        <a:p>
          <a:pPr rtl="0"/>
          <a:r>
            <a:rPr lang="en-US" smtClean="0"/>
            <a:t>reduced labor costs</a:t>
          </a:r>
          <a:endParaRPr lang="en-IN"/>
        </a:p>
      </dgm:t>
    </dgm:pt>
    <dgm:pt modelId="{D49FE622-A08B-4BCC-9CC0-9D57353294EA}" type="parTrans" cxnId="{FE69A6D1-3E60-4796-97F1-219259800F13}">
      <dgm:prSet/>
      <dgm:spPr/>
      <dgm:t>
        <a:bodyPr/>
        <a:lstStyle/>
        <a:p>
          <a:endParaRPr lang="en-IN"/>
        </a:p>
      </dgm:t>
    </dgm:pt>
    <dgm:pt modelId="{FCEF40EC-FEF6-4821-94B5-4810EDA97147}" type="sibTrans" cxnId="{FE69A6D1-3E60-4796-97F1-219259800F13}">
      <dgm:prSet/>
      <dgm:spPr/>
      <dgm:t>
        <a:bodyPr/>
        <a:lstStyle/>
        <a:p>
          <a:endParaRPr lang="en-IN"/>
        </a:p>
      </dgm:t>
    </dgm:pt>
    <dgm:pt modelId="{467F8832-96DC-4836-9C4A-170154F8864C}">
      <dgm:prSet/>
      <dgm:spPr/>
      <dgm:t>
        <a:bodyPr/>
        <a:lstStyle/>
        <a:p>
          <a:pPr rtl="0"/>
          <a:r>
            <a:rPr lang="en-US" smtClean="0"/>
            <a:t>efficient data handling</a:t>
          </a:r>
          <a:endParaRPr lang="en-IN"/>
        </a:p>
      </dgm:t>
    </dgm:pt>
    <dgm:pt modelId="{254D6BD1-57D6-4AD9-97DE-80C5ADCEE6D8}" type="parTrans" cxnId="{ADEACCE3-0C00-4207-AB74-886A21D92266}">
      <dgm:prSet/>
      <dgm:spPr/>
      <dgm:t>
        <a:bodyPr/>
        <a:lstStyle/>
        <a:p>
          <a:endParaRPr lang="en-IN"/>
        </a:p>
      </dgm:t>
    </dgm:pt>
    <dgm:pt modelId="{C5408914-C0D5-4FFD-AF54-ACECFCD72FDB}" type="sibTrans" cxnId="{ADEACCE3-0C00-4207-AB74-886A21D92266}">
      <dgm:prSet/>
      <dgm:spPr/>
      <dgm:t>
        <a:bodyPr/>
        <a:lstStyle/>
        <a:p>
          <a:endParaRPr lang="en-IN"/>
        </a:p>
      </dgm:t>
    </dgm:pt>
    <dgm:pt modelId="{153F97C4-63F3-46B1-8AE9-377895E12329}">
      <dgm:prSet/>
      <dgm:spPr/>
      <dgm:t>
        <a:bodyPr/>
        <a:lstStyle/>
        <a:p>
          <a:pPr rtl="0"/>
          <a:r>
            <a:rPr lang="en-US" smtClean="0"/>
            <a:t>cloud computing (reducing need for physical hardware)</a:t>
          </a:r>
          <a:endParaRPr lang="en-IN"/>
        </a:p>
      </dgm:t>
    </dgm:pt>
    <dgm:pt modelId="{D07E493C-2242-426E-ACB9-85F5D06D4830}" type="parTrans" cxnId="{E39D593E-BBAF-4F52-8084-93ACBBD17238}">
      <dgm:prSet/>
      <dgm:spPr/>
      <dgm:t>
        <a:bodyPr/>
        <a:lstStyle/>
        <a:p>
          <a:endParaRPr lang="en-IN"/>
        </a:p>
      </dgm:t>
    </dgm:pt>
    <dgm:pt modelId="{624B4725-B5AB-40C8-9754-53260D717186}" type="sibTrans" cxnId="{E39D593E-BBAF-4F52-8084-93ACBBD17238}">
      <dgm:prSet/>
      <dgm:spPr/>
      <dgm:t>
        <a:bodyPr/>
        <a:lstStyle/>
        <a:p>
          <a:endParaRPr lang="en-IN"/>
        </a:p>
      </dgm:t>
    </dgm:pt>
    <dgm:pt modelId="{0E97C6E5-F56A-43E9-8721-4C983441642D}">
      <dgm:prSet/>
      <dgm:spPr/>
      <dgm:t>
        <a:bodyPr/>
        <a:lstStyle/>
        <a:p>
          <a:pPr rtl="0"/>
          <a:r>
            <a:rPr lang="en-US" smtClean="0"/>
            <a:t>Overall, IT helps businesses operate more cost-effectively.</a:t>
          </a:r>
          <a:endParaRPr lang="en-IN"/>
        </a:p>
      </dgm:t>
    </dgm:pt>
    <dgm:pt modelId="{232E2811-6A3A-44AD-B4E2-5F7E659574FE}" type="parTrans" cxnId="{0841F83E-9B65-4C6D-B10F-0A480E549930}">
      <dgm:prSet/>
      <dgm:spPr/>
      <dgm:t>
        <a:bodyPr/>
        <a:lstStyle/>
        <a:p>
          <a:endParaRPr lang="en-IN"/>
        </a:p>
      </dgm:t>
    </dgm:pt>
    <dgm:pt modelId="{E41E41B4-1078-48E0-9648-C51DC4C163BE}" type="sibTrans" cxnId="{0841F83E-9B65-4C6D-B10F-0A480E549930}">
      <dgm:prSet/>
      <dgm:spPr/>
      <dgm:t>
        <a:bodyPr/>
        <a:lstStyle/>
        <a:p>
          <a:endParaRPr lang="en-IN"/>
        </a:p>
      </dgm:t>
    </dgm:pt>
    <dgm:pt modelId="{66B36BD7-EFDD-4F0D-9CEE-094436C8955C}" type="pres">
      <dgm:prSet presAssocID="{1ADE6CA9-370A-4E9A-ADBC-7DFAE3699E6F}" presName="linearFlow" presStyleCnt="0">
        <dgm:presLayoutVars>
          <dgm:dir/>
          <dgm:animLvl val="lvl"/>
          <dgm:resizeHandles val="exact"/>
        </dgm:presLayoutVars>
      </dgm:prSet>
      <dgm:spPr/>
      <dgm:t>
        <a:bodyPr/>
        <a:lstStyle/>
        <a:p>
          <a:endParaRPr lang="en-IN"/>
        </a:p>
      </dgm:t>
    </dgm:pt>
    <dgm:pt modelId="{1FC1DCD9-B169-4316-B74D-4FC97CB3F713}" type="pres">
      <dgm:prSet presAssocID="{E3BB8A38-F707-41DC-97BE-F14AF2492C69}" presName="composite" presStyleCnt="0"/>
      <dgm:spPr/>
    </dgm:pt>
    <dgm:pt modelId="{C759940A-C348-4DB2-B565-94325FDCB389}" type="pres">
      <dgm:prSet presAssocID="{E3BB8A38-F707-41DC-97BE-F14AF2492C69}" presName="parentText" presStyleLbl="alignNode1" presStyleIdx="0" presStyleCnt="1">
        <dgm:presLayoutVars>
          <dgm:chMax val="1"/>
          <dgm:bulletEnabled val="1"/>
        </dgm:presLayoutVars>
      </dgm:prSet>
      <dgm:spPr/>
      <dgm:t>
        <a:bodyPr/>
        <a:lstStyle/>
        <a:p>
          <a:endParaRPr lang="en-IN"/>
        </a:p>
      </dgm:t>
    </dgm:pt>
    <dgm:pt modelId="{167F6847-DF9B-42A6-B482-5E826B66FE04}" type="pres">
      <dgm:prSet presAssocID="{E3BB8A38-F707-41DC-97BE-F14AF2492C69}" presName="descendantText" presStyleLbl="alignAcc1" presStyleIdx="0" presStyleCnt="1">
        <dgm:presLayoutVars>
          <dgm:bulletEnabled val="1"/>
        </dgm:presLayoutVars>
      </dgm:prSet>
      <dgm:spPr/>
      <dgm:t>
        <a:bodyPr/>
        <a:lstStyle/>
        <a:p>
          <a:endParaRPr lang="en-IN"/>
        </a:p>
      </dgm:t>
    </dgm:pt>
  </dgm:ptLst>
  <dgm:cxnLst>
    <dgm:cxn modelId="{CDBEC2C3-51CE-42A2-9D76-59366EAD37E1}" srcId="{E3BB8A38-F707-41DC-97BE-F14AF2492C69}" destId="{A23C7E9E-4C4A-4443-B462-11939B99A9DB}" srcOrd="1" destOrd="0" parTransId="{862FB37C-03D8-4B29-B10D-68C31D59B612}" sibTransId="{12B86A82-10D0-4F89-99E9-D378247A427C}"/>
    <dgm:cxn modelId="{BAA293EA-64BA-4FC0-A090-6D08F73B7B93}" type="presOf" srcId="{E3BB8A38-F707-41DC-97BE-F14AF2492C69}" destId="{C759940A-C348-4DB2-B565-94325FDCB389}" srcOrd="0" destOrd="0" presId="urn:microsoft.com/office/officeart/2005/8/layout/chevron2"/>
    <dgm:cxn modelId="{CBE61846-ECA7-4277-A720-123AD75ED616}" type="presOf" srcId="{A7E2F127-B623-4743-90AA-D9F589ED20C9}" destId="{167F6847-DF9B-42A6-B482-5E826B66FE04}" srcOrd="0" destOrd="0" presId="urn:microsoft.com/office/officeart/2005/8/layout/chevron2"/>
    <dgm:cxn modelId="{668B69E2-7F29-49E6-996B-3D5294B0A7BC}" srcId="{1ADE6CA9-370A-4E9A-ADBC-7DFAE3699E6F}" destId="{E3BB8A38-F707-41DC-97BE-F14AF2492C69}" srcOrd="0" destOrd="0" parTransId="{E3FD5D5E-8FAE-4727-9BAB-68394BEDA71A}" sibTransId="{1084EDAB-D3E8-4240-BED2-4E7FA5513762}"/>
    <dgm:cxn modelId="{ADEACCE3-0C00-4207-AB74-886A21D92266}" srcId="{E3BB8A38-F707-41DC-97BE-F14AF2492C69}" destId="{467F8832-96DC-4836-9C4A-170154F8864C}" srcOrd="3" destOrd="0" parTransId="{254D6BD1-57D6-4AD9-97DE-80C5ADCEE6D8}" sibTransId="{C5408914-C0D5-4FFD-AF54-ACECFCD72FDB}"/>
    <dgm:cxn modelId="{0841F83E-9B65-4C6D-B10F-0A480E549930}" srcId="{E3BB8A38-F707-41DC-97BE-F14AF2492C69}" destId="{0E97C6E5-F56A-43E9-8721-4C983441642D}" srcOrd="5" destOrd="0" parTransId="{232E2811-6A3A-44AD-B4E2-5F7E659574FE}" sibTransId="{E41E41B4-1078-48E0-9648-C51DC4C163BE}"/>
    <dgm:cxn modelId="{DB8FA3EE-8343-4706-9AC6-DD4BF8D909D9}" type="presOf" srcId="{A23C7E9E-4C4A-4443-B462-11939B99A9DB}" destId="{167F6847-DF9B-42A6-B482-5E826B66FE04}" srcOrd="0" destOrd="1" presId="urn:microsoft.com/office/officeart/2005/8/layout/chevron2"/>
    <dgm:cxn modelId="{87EDF683-B4D5-4B72-87A3-6FF47EDC47D6}" type="presOf" srcId="{D83697F0-5CEF-4C4D-9DE7-877B66E0098D}" destId="{167F6847-DF9B-42A6-B482-5E826B66FE04}" srcOrd="0" destOrd="2" presId="urn:microsoft.com/office/officeart/2005/8/layout/chevron2"/>
    <dgm:cxn modelId="{ADA99049-269F-4046-8773-C47BB0619A7E}" srcId="{E3BB8A38-F707-41DC-97BE-F14AF2492C69}" destId="{A7E2F127-B623-4743-90AA-D9F589ED20C9}" srcOrd="0" destOrd="0" parTransId="{725CAA59-AFE8-4790-B5DF-8C8CB9DF45CB}" sibTransId="{C32D4B36-6B75-4D7E-9C3F-C1B82EFC9E42}"/>
    <dgm:cxn modelId="{FC327B41-B55E-4D05-912F-D23009BFC029}" type="presOf" srcId="{0E97C6E5-F56A-43E9-8721-4C983441642D}" destId="{167F6847-DF9B-42A6-B482-5E826B66FE04}" srcOrd="0" destOrd="5" presId="urn:microsoft.com/office/officeart/2005/8/layout/chevron2"/>
    <dgm:cxn modelId="{FE69A6D1-3E60-4796-97F1-219259800F13}" srcId="{E3BB8A38-F707-41DC-97BE-F14AF2492C69}" destId="{D83697F0-5CEF-4C4D-9DE7-877B66E0098D}" srcOrd="2" destOrd="0" parTransId="{D49FE622-A08B-4BCC-9CC0-9D57353294EA}" sibTransId="{FCEF40EC-FEF6-4821-94B5-4810EDA97147}"/>
    <dgm:cxn modelId="{E39D593E-BBAF-4F52-8084-93ACBBD17238}" srcId="{E3BB8A38-F707-41DC-97BE-F14AF2492C69}" destId="{153F97C4-63F3-46B1-8AE9-377895E12329}" srcOrd="4" destOrd="0" parTransId="{D07E493C-2242-426E-ACB9-85F5D06D4830}" sibTransId="{624B4725-B5AB-40C8-9754-53260D717186}"/>
    <dgm:cxn modelId="{B2ECB970-912D-4DD7-95A6-DE8648FCF1CF}" type="presOf" srcId="{1ADE6CA9-370A-4E9A-ADBC-7DFAE3699E6F}" destId="{66B36BD7-EFDD-4F0D-9CEE-094436C8955C}" srcOrd="0" destOrd="0" presId="urn:microsoft.com/office/officeart/2005/8/layout/chevron2"/>
    <dgm:cxn modelId="{08284FE4-7AF1-4FD8-92F9-B629DCB208F5}" type="presOf" srcId="{153F97C4-63F3-46B1-8AE9-377895E12329}" destId="{167F6847-DF9B-42A6-B482-5E826B66FE04}" srcOrd="0" destOrd="4" presId="urn:microsoft.com/office/officeart/2005/8/layout/chevron2"/>
    <dgm:cxn modelId="{4EBAF542-CE4E-4102-921E-93836399AB7B}" type="presOf" srcId="{467F8832-96DC-4836-9C4A-170154F8864C}" destId="{167F6847-DF9B-42A6-B482-5E826B66FE04}" srcOrd="0" destOrd="3" presId="urn:microsoft.com/office/officeart/2005/8/layout/chevron2"/>
    <dgm:cxn modelId="{D807E837-00E2-4118-BB10-5FCA09FDD230}" type="presParOf" srcId="{66B36BD7-EFDD-4F0D-9CEE-094436C8955C}" destId="{1FC1DCD9-B169-4316-B74D-4FC97CB3F713}" srcOrd="0" destOrd="0" presId="urn:microsoft.com/office/officeart/2005/8/layout/chevron2"/>
    <dgm:cxn modelId="{F2C9C6D4-612B-4019-B20D-86C62E9EE23E}" type="presParOf" srcId="{1FC1DCD9-B169-4316-B74D-4FC97CB3F713}" destId="{C759940A-C348-4DB2-B565-94325FDCB389}" srcOrd="0" destOrd="0" presId="urn:microsoft.com/office/officeart/2005/8/layout/chevron2"/>
    <dgm:cxn modelId="{525AE13D-5462-41CA-9684-D5B87DF83500}" type="presParOf" srcId="{1FC1DCD9-B169-4316-B74D-4FC97CB3F713}" destId="{167F6847-DF9B-42A6-B482-5E826B66FE04}" srcOrd="1" destOrd="0" presId="urn:microsoft.com/office/officeart/2005/8/layout/chevron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F894BF-BDEB-42F9-B966-65FBAA18A716}">
      <dsp:nvSpPr>
        <dsp:cNvPr id="0" name=""/>
        <dsp:cNvSpPr/>
      </dsp:nvSpPr>
      <dsp:spPr>
        <a:xfrm>
          <a:off x="204880" y="12428"/>
          <a:ext cx="4544513" cy="4544513"/>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622300" rtl="0">
            <a:lnSpc>
              <a:spcPct val="90000"/>
            </a:lnSpc>
            <a:spcBef>
              <a:spcPct val="0"/>
            </a:spcBef>
            <a:spcAft>
              <a:spcPct val="35000"/>
            </a:spcAft>
          </a:pPr>
          <a:r>
            <a:rPr lang="en-US" sz="1400" b="1" kern="1200" smtClean="0"/>
            <a:t>Information Technology (IT)</a:t>
          </a:r>
          <a:r>
            <a:rPr lang="en-US" sz="1400" kern="1200" smtClean="0"/>
            <a:t> is a broad term that describes the use of computers and related technologies—such as software systems, cloud platforms, and communication networks—to manage, process, store, and secure organizational information. In modern workplaces, IT forms the core of operational infrastructure. It supports essential functions such as data management, communication systems, cybersecurity, backups, troubleshooting, and workflow automation.</a:t>
          </a:r>
          <a:endParaRPr lang="en-IN" sz="1400" kern="1200"/>
        </a:p>
      </dsp:txBody>
      <dsp:txXfrm>
        <a:off x="839474" y="548324"/>
        <a:ext cx="2620260" cy="3472721"/>
      </dsp:txXfrm>
    </dsp:sp>
    <dsp:sp modelId="{79C334B7-4CA4-498B-BA8C-553746628770}">
      <dsp:nvSpPr>
        <dsp:cNvPr id="0" name=""/>
        <dsp:cNvSpPr/>
      </dsp:nvSpPr>
      <dsp:spPr>
        <a:xfrm>
          <a:off x="3480205" y="0"/>
          <a:ext cx="4544513" cy="4569372"/>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622300" rtl="0">
            <a:lnSpc>
              <a:spcPct val="90000"/>
            </a:lnSpc>
            <a:spcBef>
              <a:spcPct val="0"/>
            </a:spcBef>
            <a:spcAft>
              <a:spcPct val="35000"/>
            </a:spcAft>
          </a:pPr>
          <a:r>
            <a:rPr lang="en-US" sz="1400" kern="1200" dirty="0" smtClean="0"/>
            <a:t>From a business and data analysis perspective, IT enables organizations to gather meaningful insights, enhance productivity, streamline processes, and make data-driven decisions. Essentially, IT acts as the technological backbone that supports both day-to-day operations and long-term strategic goals.</a:t>
          </a:r>
          <a:endParaRPr lang="en-IN" sz="1400" kern="1200" dirty="0"/>
        </a:p>
      </dsp:txBody>
      <dsp:txXfrm>
        <a:off x="4769865" y="538826"/>
        <a:ext cx="2620260" cy="34917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2196AC-7D99-46B0-A7F6-41F19E9EB3B0}">
      <dsp:nvSpPr>
        <dsp:cNvPr id="0" name=""/>
        <dsp:cNvSpPr/>
      </dsp:nvSpPr>
      <dsp:spPr>
        <a:xfrm>
          <a:off x="595870" y="0"/>
          <a:ext cx="6624736" cy="6624736"/>
        </a:xfrm>
        <a:prstGeom prst="triangl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7C1FB1B3-A31C-4D3B-9AF0-2DE08622CBA0}">
      <dsp:nvSpPr>
        <dsp:cNvPr id="0" name=""/>
        <dsp:cNvSpPr/>
      </dsp:nvSpPr>
      <dsp:spPr>
        <a:xfrm>
          <a:off x="3816411" y="216023"/>
          <a:ext cx="4478881" cy="471232"/>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1" kern="1200" dirty="0" smtClean="0">
              <a:solidFill>
                <a:srgbClr val="FF0000"/>
              </a:solidFill>
            </a:rPr>
            <a:t>1. IT From a Data Analysis Perspective</a:t>
          </a:r>
          <a:endParaRPr lang="en-IN" sz="1200" kern="1200" dirty="0">
            <a:solidFill>
              <a:srgbClr val="FF0000"/>
            </a:solidFill>
          </a:endParaRPr>
        </a:p>
      </dsp:txBody>
      <dsp:txXfrm>
        <a:off x="3839415" y="239027"/>
        <a:ext cx="4432873" cy="425224"/>
      </dsp:txXfrm>
    </dsp:sp>
    <dsp:sp modelId="{60CBF040-797A-48EA-839C-DDC423D53DAA}">
      <dsp:nvSpPr>
        <dsp:cNvPr id="0" name=""/>
        <dsp:cNvSpPr/>
      </dsp:nvSpPr>
      <dsp:spPr>
        <a:xfrm>
          <a:off x="3960449" y="720080"/>
          <a:ext cx="4190890" cy="355972"/>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kern="1200" dirty="0" smtClean="0"/>
            <a:t>Data analysts depend heavily on IT systems to perform their work.</a:t>
          </a:r>
          <a:br>
            <a:rPr lang="en-US" sz="1000" kern="1200" dirty="0" smtClean="0"/>
          </a:br>
          <a:r>
            <a:rPr lang="en-US" sz="1000" kern="1200" dirty="0" smtClean="0"/>
            <a:t>From this viewpoint, IT includes:</a:t>
          </a:r>
          <a:endParaRPr lang="en-IN" sz="1000" kern="1200" dirty="0"/>
        </a:p>
      </dsp:txBody>
      <dsp:txXfrm>
        <a:off x="3977826" y="737457"/>
        <a:ext cx="4156136" cy="321218"/>
      </dsp:txXfrm>
    </dsp:sp>
    <dsp:sp modelId="{D25C0B1E-B947-4C5C-8C62-588DC16DE116}">
      <dsp:nvSpPr>
        <dsp:cNvPr id="0" name=""/>
        <dsp:cNvSpPr/>
      </dsp:nvSpPr>
      <dsp:spPr>
        <a:xfrm>
          <a:off x="3888430" y="1254131"/>
          <a:ext cx="4306078" cy="228372"/>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b="1" kern="1200" dirty="0" smtClean="0"/>
            <a:t>a. Data Storage &amp; Databases</a:t>
          </a:r>
          <a:endParaRPr lang="en-IN" sz="1000" kern="1200" dirty="0"/>
        </a:p>
      </dsp:txBody>
      <dsp:txXfrm>
        <a:off x="3899578" y="1265279"/>
        <a:ext cx="4283782" cy="206076"/>
      </dsp:txXfrm>
    </dsp:sp>
    <dsp:sp modelId="{E26D5DF6-2EB7-4542-B119-F2D07DA6DE84}">
      <dsp:nvSpPr>
        <dsp:cNvPr id="0" name=""/>
        <dsp:cNvSpPr/>
      </dsp:nvSpPr>
      <dsp:spPr>
        <a:xfrm>
          <a:off x="3888452" y="1518501"/>
          <a:ext cx="4309652" cy="403684"/>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kern="1200" dirty="0" smtClean="0"/>
            <a:t>IT provides the infrastructure—servers, cloud platforms, databases—where large volumes of data are stored.</a:t>
          </a:r>
          <a:endParaRPr lang="en-IN" sz="1000" kern="1200" dirty="0"/>
        </a:p>
      </dsp:txBody>
      <dsp:txXfrm>
        <a:off x="3908158" y="1538207"/>
        <a:ext cx="4270240" cy="364272"/>
      </dsp:txXfrm>
    </dsp:sp>
    <dsp:sp modelId="{A47ACD34-2429-407B-B849-082297B2EE19}">
      <dsp:nvSpPr>
        <dsp:cNvPr id="0" name=""/>
        <dsp:cNvSpPr/>
      </dsp:nvSpPr>
      <dsp:spPr>
        <a:xfrm>
          <a:off x="3888452" y="1945327"/>
          <a:ext cx="4309652" cy="471129"/>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kern="1200" dirty="0" smtClean="0"/>
            <a:t>Without IT systems like SQL servers, cloud data warehouses (AWS, Azure, </a:t>
          </a:r>
          <a:r>
            <a:rPr lang="en-US" sz="1000" kern="1200" dirty="0" err="1" smtClean="0"/>
            <a:t>BigQuery</a:t>
          </a:r>
          <a:r>
            <a:rPr lang="en-US" sz="1000" kern="1200" dirty="0" smtClean="0"/>
            <a:t>), and distributed storage, modern analytics wouldn’t be possible.</a:t>
          </a:r>
          <a:endParaRPr lang="en-IN" sz="1000" kern="1200" dirty="0"/>
        </a:p>
      </dsp:txBody>
      <dsp:txXfrm>
        <a:off x="3911451" y="1968326"/>
        <a:ext cx="4263654" cy="425131"/>
      </dsp:txXfrm>
    </dsp:sp>
    <dsp:sp modelId="{130CFE2C-878D-4EBC-9DE4-526E72883272}">
      <dsp:nvSpPr>
        <dsp:cNvPr id="0" name=""/>
        <dsp:cNvSpPr/>
      </dsp:nvSpPr>
      <dsp:spPr>
        <a:xfrm>
          <a:off x="3888430" y="2472141"/>
          <a:ext cx="4306078" cy="228372"/>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b="1" kern="1200" dirty="0" smtClean="0"/>
            <a:t>b. Data Processing Tools</a:t>
          </a:r>
          <a:endParaRPr lang="en-IN" sz="1000" kern="1200" dirty="0"/>
        </a:p>
      </dsp:txBody>
      <dsp:txXfrm>
        <a:off x="3899578" y="2483289"/>
        <a:ext cx="4283782" cy="206076"/>
      </dsp:txXfrm>
    </dsp:sp>
    <dsp:sp modelId="{B859BFB9-E93F-413F-9A67-BFD04345C8EB}">
      <dsp:nvSpPr>
        <dsp:cNvPr id="0" name=""/>
        <dsp:cNvSpPr/>
      </dsp:nvSpPr>
      <dsp:spPr>
        <a:xfrm>
          <a:off x="3888452" y="2746804"/>
          <a:ext cx="4309652" cy="439536"/>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kern="1200" dirty="0" smtClean="0"/>
            <a:t>Analysts use software and platforms (Python, R, Excel, BI tools) that run on IT-managed systems.</a:t>
          </a:r>
          <a:endParaRPr lang="en-IN" sz="1000" kern="1200" dirty="0"/>
        </a:p>
      </dsp:txBody>
      <dsp:txXfrm>
        <a:off x="3909908" y="2768260"/>
        <a:ext cx="4266740" cy="396624"/>
      </dsp:txXfrm>
    </dsp:sp>
    <dsp:sp modelId="{048AC7D2-54B6-45CA-A6CF-A3B20A80B4E7}">
      <dsp:nvSpPr>
        <dsp:cNvPr id="0" name=""/>
        <dsp:cNvSpPr/>
      </dsp:nvSpPr>
      <dsp:spPr>
        <a:xfrm>
          <a:off x="3888430" y="3227701"/>
          <a:ext cx="4306078" cy="228372"/>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kern="1200" dirty="0" smtClean="0"/>
            <a:t>IT ensures these tools are installed, updated, and secure.</a:t>
          </a:r>
          <a:endParaRPr lang="en-IN" sz="1000" kern="1200" dirty="0"/>
        </a:p>
      </dsp:txBody>
      <dsp:txXfrm>
        <a:off x="3899578" y="3238849"/>
        <a:ext cx="4283782" cy="206076"/>
      </dsp:txXfrm>
    </dsp:sp>
    <dsp:sp modelId="{3AC79637-723F-4354-8FFB-1653ACA3D1CB}">
      <dsp:nvSpPr>
        <dsp:cNvPr id="0" name=""/>
        <dsp:cNvSpPr/>
      </dsp:nvSpPr>
      <dsp:spPr>
        <a:xfrm>
          <a:off x="3888430" y="3571198"/>
          <a:ext cx="4306078" cy="228372"/>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b="1" kern="1200" dirty="0" smtClean="0"/>
            <a:t>c. Networks for Data Transmission</a:t>
          </a:r>
          <a:endParaRPr lang="en-IN" sz="1000" kern="1200" dirty="0"/>
        </a:p>
      </dsp:txBody>
      <dsp:txXfrm>
        <a:off x="3899578" y="3582346"/>
        <a:ext cx="4283782" cy="206076"/>
      </dsp:txXfrm>
    </dsp:sp>
    <dsp:sp modelId="{6F5C4576-BF47-4519-AEC7-C3207AAC3763}">
      <dsp:nvSpPr>
        <dsp:cNvPr id="0" name=""/>
        <dsp:cNvSpPr/>
      </dsp:nvSpPr>
      <dsp:spPr>
        <a:xfrm>
          <a:off x="3888430" y="3845996"/>
          <a:ext cx="4306078" cy="228372"/>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kern="1200" dirty="0" smtClean="0"/>
            <a:t>Analysts rely on networks to pull data from different departments and systems.</a:t>
          </a:r>
          <a:endParaRPr lang="en-IN" sz="1000" kern="1200" dirty="0"/>
        </a:p>
      </dsp:txBody>
      <dsp:txXfrm>
        <a:off x="3899578" y="3857144"/>
        <a:ext cx="4283782" cy="206076"/>
      </dsp:txXfrm>
    </dsp:sp>
    <dsp:sp modelId="{464A9050-BE3C-4F45-BDED-A96DD745332F}">
      <dsp:nvSpPr>
        <dsp:cNvPr id="0" name=""/>
        <dsp:cNvSpPr/>
      </dsp:nvSpPr>
      <dsp:spPr>
        <a:xfrm>
          <a:off x="3888430" y="4120794"/>
          <a:ext cx="4306078" cy="228372"/>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kern="1200" dirty="0" smtClean="0"/>
            <a:t>IT ensures reliability, bandwidth, and secure access.</a:t>
          </a:r>
          <a:endParaRPr lang="en-IN" sz="1000" kern="1200" dirty="0"/>
        </a:p>
      </dsp:txBody>
      <dsp:txXfrm>
        <a:off x="3899578" y="4131942"/>
        <a:ext cx="4283782" cy="206076"/>
      </dsp:txXfrm>
    </dsp:sp>
    <dsp:sp modelId="{DD189B49-B026-4A2E-A29F-CF8B1F94D2B8}">
      <dsp:nvSpPr>
        <dsp:cNvPr id="0" name=""/>
        <dsp:cNvSpPr/>
      </dsp:nvSpPr>
      <dsp:spPr>
        <a:xfrm>
          <a:off x="3908238" y="4489053"/>
          <a:ext cx="4306078" cy="228372"/>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b="1" kern="1200" dirty="0" smtClean="0"/>
            <a:t>d. Cybersecurity for Data Protection</a:t>
          </a:r>
          <a:endParaRPr lang="en-IN" sz="1000" kern="1200" dirty="0"/>
        </a:p>
      </dsp:txBody>
      <dsp:txXfrm>
        <a:off x="3919386" y="4500201"/>
        <a:ext cx="4283782" cy="206076"/>
      </dsp:txXfrm>
    </dsp:sp>
    <dsp:sp modelId="{9B711063-5B45-4959-82DE-9C6B0319E85F}">
      <dsp:nvSpPr>
        <dsp:cNvPr id="0" name=""/>
        <dsp:cNvSpPr/>
      </dsp:nvSpPr>
      <dsp:spPr>
        <a:xfrm>
          <a:off x="3913642" y="4745972"/>
          <a:ext cx="4295270" cy="366873"/>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kern="1200" dirty="0" smtClean="0"/>
            <a:t>IT protects sensitive data (customer details, sales data, financial records) through encryption, firewalls, and access controls.</a:t>
          </a:r>
          <a:endParaRPr lang="en-IN" sz="1000" kern="1200" dirty="0"/>
        </a:p>
      </dsp:txBody>
      <dsp:txXfrm>
        <a:off x="3931551" y="4763881"/>
        <a:ext cx="4259452" cy="331055"/>
      </dsp:txXfrm>
    </dsp:sp>
    <dsp:sp modelId="{D492263F-F928-41E2-90D1-771F528E54B0}">
      <dsp:nvSpPr>
        <dsp:cNvPr id="0" name=""/>
        <dsp:cNvSpPr/>
      </dsp:nvSpPr>
      <dsp:spPr>
        <a:xfrm>
          <a:off x="3960449" y="5295194"/>
          <a:ext cx="4288035" cy="264302"/>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1" kern="1200" dirty="0" smtClean="0">
              <a:solidFill>
                <a:srgbClr val="FF0000"/>
              </a:solidFill>
            </a:rPr>
            <a:t>Conclusion (Data View):</a:t>
          </a:r>
          <a:endParaRPr lang="en-IN" sz="1200" kern="1200" dirty="0">
            <a:solidFill>
              <a:srgbClr val="FF0000"/>
            </a:solidFill>
          </a:endParaRPr>
        </a:p>
      </dsp:txBody>
      <dsp:txXfrm>
        <a:off x="3973351" y="5308096"/>
        <a:ext cx="4262231" cy="238498"/>
      </dsp:txXfrm>
    </dsp:sp>
    <dsp:sp modelId="{115A28ED-84DA-4B79-8EF8-F31E51149FF2}">
      <dsp:nvSpPr>
        <dsp:cNvPr id="0" name=""/>
        <dsp:cNvSpPr/>
      </dsp:nvSpPr>
      <dsp:spPr>
        <a:xfrm>
          <a:off x="3816432" y="5580940"/>
          <a:ext cx="4543687" cy="498696"/>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rtl="0">
            <a:lnSpc>
              <a:spcPct val="90000"/>
            </a:lnSpc>
            <a:spcBef>
              <a:spcPct val="0"/>
            </a:spcBef>
            <a:spcAft>
              <a:spcPct val="35000"/>
            </a:spcAft>
          </a:pPr>
          <a:r>
            <a:rPr lang="en-US" sz="1000" b="1" kern="1200" dirty="0" smtClean="0"/>
            <a:t>IT enables the entire data lifecycle—collection, storage, analysis, interpretation, and reporting.</a:t>
          </a:r>
          <a:r>
            <a:rPr lang="en-US" sz="1000" kern="1200" dirty="0" smtClean="0"/>
            <a:t> Without IT infrastructure, no meaningful data analytics could take place.</a:t>
          </a:r>
          <a:endParaRPr lang="en-IN" sz="1000" kern="1200" dirty="0"/>
        </a:p>
      </dsp:txBody>
      <dsp:txXfrm>
        <a:off x="3840776" y="5605284"/>
        <a:ext cx="4494999" cy="4500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6A68D1-F476-4CFC-B5F3-C06AB861C3F1}">
      <dsp:nvSpPr>
        <dsp:cNvPr id="0" name=""/>
        <dsp:cNvSpPr/>
      </dsp:nvSpPr>
      <dsp:spPr>
        <a:xfrm>
          <a:off x="648070" y="0"/>
          <a:ext cx="6624736" cy="6624736"/>
        </a:xfrm>
        <a:prstGeom prst="triangl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9EF3B8E9-824D-4E94-989B-EF4514AB0AC3}">
      <dsp:nvSpPr>
        <dsp:cNvPr id="0" name=""/>
        <dsp:cNvSpPr/>
      </dsp:nvSpPr>
      <dsp:spPr>
        <a:xfrm>
          <a:off x="3960438" y="360040"/>
          <a:ext cx="4306078" cy="242928"/>
        </a:xfrm>
        <a:prstGeom prst="roundRect">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1" kern="1200" dirty="0" smtClean="0">
              <a:solidFill>
                <a:srgbClr val="FF0000"/>
              </a:solidFill>
            </a:rPr>
            <a:t>2. IT From a Business Analysis Perspective</a:t>
          </a:r>
          <a:endParaRPr lang="en-IN" sz="1200" b="1" kern="1200" dirty="0">
            <a:solidFill>
              <a:srgbClr val="FF0000"/>
            </a:solidFill>
          </a:endParaRPr>
        </a:p>
      </dsp:txBody>
      <dsp:txXfrm>
        <a:off x="3972297" y="371899"/>
        <a:ext cx="4282360" cy="219210"/>
      </dsp:txXfrm>
    </dsp:sp>
    <dsp:sp modelId="{D91FB6CD-D5CD-4C17-ACDA-9877C25465AB}">
      <dsp:nvSpPr>
        <dsp:cNvPr id="0" name=""/>
        <dsp:cNvSpPr/>
      </dsp:nvSpPr>
      <dsp:spPr>
        <a:xfrm>
          <a:off x="3960438" y="648072"/>
          <a:ext cx="4320460" cy="415706"/>
        </a:xfrm>
        <a:prstGeom prst="roundRect">
          <a:avLst/>
        </a:prstGeom>
        <a:solidFill>
          <a:schemeClr val="lt1">
            <a:alpha val="90000"/>
            <a:hueOff val="0"/>
            <a:satOff val="0"/>
            <a:lumOff val="0"/>
            <a:alphaOff val="0"/>
          </a:schemeClr>
        </a:solidFill>
        <a:ln w="9525" cap="flat" cmpd="sng" algn="ctr">
          <a:solidFill>
            <a:schemeClr val="accent3">
              <a:hueOff val="661780"/>
              <a:satOff val="-993"/>
              <a:lumOff val="-161"/>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Business analysts view IT as a key enabler of organizational processes and strategic decision-making.</a:t>
          </a:r>
          <a:endParaRPr lang="en-IN" sz="1100" kern="1200" dirty="0"/>
        </a:p>
      </dsp:txBody>
      <dsp:txXfrm>
        <a:off x="3980731" y="668365"/>
        <a:ext cx="4279874" cy="375120"/>
      </dsp:txXfrm>
    </dsp:sp>
    <dsp:sp modelId="{B8D8332E-58BD-4E07-9C7D-CC06ED53CAFF}">
      <dsp:nvSpPr>
        <dsp:cNvPr id="0" name=""/>
        <dsp:cNvSpPr/>
      </dsp:nvSpPr>
      <dsp:spPr>
        <a:xfrm>
          <a:off x="3956821" y="1201068"/>
          <a:ext cx="4306078" cy="242928"/>
        </a:xfrm>
        <a:prstGeom prst="roundRect">
          <a:avLst/>
        </a:prstGeom>
        <a:solidFill>
          <a:schemeClr val="lt1">
            <a:alpha val="90000"/>
            <a:hueOff val="0"/>
            <a:satOff val="0"/>
            <a:lumOff val="0"/>
            <a:alphaOff val="0"/>
          </a:schemeClr>
        </a:solidFill>
        <a:ln w="9525" cap="flat" cmpd="sng" algn="ctr">
          <a:solidFill>
            <a:schemeClr val="accent3">
              <a:hueOff val="1323560"/>
              <a:satOff val="-1986"/>
              <a:lumOff val="-323"/>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b="1" kern="1200" dirty="0" smtClean="0"/>
            <a:t>a. IT as a Support System for Business Processes</a:t>
          </a:r>
          <a:endParaRPr lang="en-IN" sz="1100" b="1" kern="1200" dirty="0"/>
        </a:p>
      </dsp:txBody>
      <dsp:txXfrm>
        <a:off x="3968680" y="1212927"/>
        <a:ext cx="4282360" cy="219210"/>
      </dsp:txXfrm>
    </dsp:sp>
    <dsp:sp modelId="{ACD0F01B-3D21-49C6-A397-43225ED3681E}">
      <dsp:nvSpPr>
        <dsp:cNvPr id="0" name=""/>
        <dsp:cNvSpPr/>
      </dsp:nvSpPr>
      <dsp:spPr>
        <a:xfrm>
          <a:off x="3956821" y="1478036"/>
          <a:ext cx="4306078" cy="242928"/>
        </a:xfrm>
        <a:prstGeom prst="roundRect">
          <a:avLst/>
        </a:prstGeom>
        <a:solidFill>
          <a:schemeClr val="lt1">
            <a:alpha val="90000"/>
            <a:hueOff val="0"/>
            <a:satOff val="0"/>
            <a:lumOff val="0"/>
            <a:alphaOff val="0"/>
          </a:schemeClr>
        </a:solidFill>
        <a:ln w="9525" cap="flat" cmpd="sng" algn="ctr">
          <a:solidFill>
            <a:schemeClr val="accent3">
              <a:hueOff val="1985341"/>
              <a:satOff val="-2979"/>
              <a:lumOff val="-484"/>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IT systems automate workflows (ERP, CRM, HRMS).</a:t>
          </a:r>
          <a:endParaRPr lang="en-IN" sz="1100" kern="1200" dirty="0"/>
        </a:p>
      </dsp:txBody>
      <dsp:txXfrm>
        <a:off x="3968680" y="1489895"/>
        <a:ext cx="4282360" cy="219210"/>
      </dsp:txXfrm>
    </dsp:sp>
    <dsp:sp modelId="{F2A263A6-32E1-4AAB-9564-5A05FE7E6E8E}">
      <dsp:nvSpPr>
        <dsp:cNvPr id="0" name=""/>
        <dsp:cNvSpPr/>
      </dsp:nvSpPr>
      <dsp:spPr>
        <a:xfrm>
          <a:off x="3956821" y="1755004"/>
          <a:ext cx="4306078" cy="242928"/>
        </a:xfrm>
        <a:prstGeom prst="roundRect">
          <a:avLst/>
        </a:prstGeom>
        <a:solidFill>
          <a:schemeClr val="lt1">
            <a:alpha val="90000"/>
            <a:hueOff val="0"/>
            <a:satOff val="0"/>
            <a:lumOff val="0"/>
            <a:alphaOff val="0"/>
          </a:schemeClr>
        </a:solidFill>
        <a:ln w="9525" cap="flat" cmpd="sng" algn="ctr">
          <a:solidFill>
            <a:schemeClr val="accent3">
              <a:hueOff val="2647121"/>
              <a:satOff val="-3972"/>
              <a:lumOff val="-646"/>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They improve efficiency, reduce manual work, and increase accuracy.</a:t>
          </a:r>
          <a:endParaRPr lang="en-IN" sz="1100" kern="1200" dirty="0"/>
        </a:p>
      </dsp:txBody>
      <dsp:txXfrm>
        <a:off x="3968680" y="1766863"/>
        <a:ext cx="4282360" cy="219210"/>
      </dsp:txXfrm>
    </dsp:sp>
    <dsp:sp modelId="{8918E5FB-5E6F-4A64-A156-D03C4B160CB7}">
      <dsp:nvSpPr>
        <dsp:cNvPr id="0" name=""/>
        <dsp:cNvSpPr/>
      </dsp:nvSpPr>
      <dsp:spPr>
        <a:xfrm>
          <a:off x="3956821" y="2101213"/>
          <a:ext cx="4306078" cy="242928"/>
        </a:xfrm>
        <a:prstGeom prst="roundRect">
          <a:avLst/>
        </a:prstGeom>
        <a:solidFill>
          <a:schemeClr val="lt1">
            <a:alpha val="90000"/>
            <a:hueOff val="0"/>
            <a:satOff val="0"/>
            <a:lumOff val="0"/>
            <a:alphaOff val="0"/>
          </a:schemeClr>
        </a:solidFill>
        <a:ln w="9525" cap="flat" cmpd="sng" algn="ctr">
          <a:solidFill>
            <a:schemeClr val="accent3">
              <a:hueOff val="3308901"/>
              <a:satOff val="-4965"/>
              <a:lumOff val="-807"/>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b="1" kern="1200" dirty="0" smtClean="0"/>
            <a:t>b. IT Aligns Technology with Business Goals</a:t>
          </a:r>
          <a:endParaRPr lang="en-IN" sz="1100" b="1" kern="1200" dirty="0"/>
        </a:p>
      </dsp:txBody>
      <dsp:txXfrm>
        <a:off x="3968680" y="2113072"/>
        <a:ext cx="4282360" cy="219210"/>
      </dsp:txXfrm>
    </dsp:sp>
    <dsp:sp modelId="{394C9523-DF21-4574-A5C3-611E3B7EB491}">
      <dsp:nvSpPr>
        <dsp:cNvPr id="0" name=""/>
        <dsp:cNvSpPr/>
      </dsp:nvSpPr>
      <dsp:spPr>
        <a:xfrm>
          <a:off x="3956821" y="2378181"/>
          <a:ext cx="4306078" cy="242928"/>
        </a:xfrm>
        <a:prstGeom prst="roundRect">
          <a:avLst/>
        </a:prstGeom>
        <a:solidFill>
          <a:schemeClr val="lt1">
            <a:alpha val="90000"/>
            <a:hueOff val="0"/>
            <a:satOff val="0"/>
            <a:lumOff val="0"/>
            <a:alphaOff val="0"/>
          </a:schemeClr>
        </a:solidFill>
        <a:ln w="9525" cap="flat" cmpd="sng" algn="ctr">
          <a:solidFill>
            <a:schemeClr val="accent3">
              <a:hueOff val="3970681"/>
              <a:satOff val="-5958"/>
              <a:lumOff val="-969"/>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Business analysts ensure that:</a:t>
          </a:r>
          <a:endParaRPr lang="en-IN" sz="1100" kern="1200" dirty="0"/>
        </a:p>
      </dsp:txBody>
      <dsp:txXfrm>
        <a:off x="3968680" y="2390040"/>
        <a:ext cx="4282360" cy="219210"/>
      </dsp:txXfrm>
    </dsp:sp>
    <dsp:sp modelId="{D51BA5C5-507E-4CEE-A230-7B2D93454E44}">
      <dsp:nvSpPr>
        <dsp:cNvPr id="0" name=""/>
        <dsp:cNvSpPr/>
      </dsp:nvSpPr>
      <dsp:spPr>
        <a:xfrm>
          <a:off x="3956821" y="2655149"/>
          <a:ext cx="4306078" cy="242928"/>
        </a:xfrm>
        <a:prstGeom prst="roundRect">
          <a:avLst/>
        </a:prstGeom>
        <a:solidFill>
          <a:schemeClr val="lt1">
            <a:alpha val="90000"/>
            <a:hueOff val="0"/>
            <a:satOff val="0"/>
            <a:lumOff val="0"/>
            <a:alphaOff val="0"/>
          </a:schemeClr>
        </a:solidFill>
        <a:ln w="9525" cap="flat" cmpd="sng" algn="ctr">
          <a:solidFill>
            <a:schemeClr val="accent3">
              <a:hueOff val="4632462"/>
              <a:satOff val="-6951"/>
              <a:lumOff val="-113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digital tools support business needs,</a:t>
          </a:r>
          <a:endParaRPr lang="en-IN" sz="1100" kern="1200" dirty="0"/>
        </a:p>
      </dsp:txBody>
      <dsp:txXfrm>
        <a:off x="3968680" y="2667008"/>
        <a:ext cx="4282360" cy="219210"/>
      </dsp:txXfrm>
    </dsp:sp>
    <dsp:sp modelId="{7E308608-0629-47A6-A8C5-3344FC9B781B}">
      <dsp:nvSpPr>
        <dsp:cNvPr id="0" name=""/>
        <dsp:cNvSpPr/>
      </dsp:nvSpPr>
      <dsp:spPr>
        <a:xfrm>
          <a:off x="3956821" y="2932116"/>
          <a:ext cx="4306078" cy="242928"/>
        </a:xfrm>
        <a:prstGeom prst="roundRect">
          <a:avLst/>
        </a:prstGeom>
        <a:solidFill>
          <a:schemeClr val="lt1">
            <a:alpha val="90000"/>
            <a:hueOff val="0"/>
            <a:satOff val="0"/>
            <a:lumOff val="0"/>
            <a:alphaOff val="0"/>
          </a:schemeClr>
        </a:solidFill>
        <a:ln w="9525" cap="flat" cmpd="sng" algn="ctr">
          <a:solidFill>
            <a:schemeClr val="accent3">
              <a:hueOff val="5294242"/>
              <a:satOff val="-7944"/>
              <a:lumOff val="-1292"/>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software solutions solve real problems,</a:t>
          </a:r>
          <a:endParaRPr lang="en-IN" sz="1100" kern="1200" dirty="0"/>
        </a:p>
      </dsp:txBody>
      <dsp:txXfrm>
        <a:off x="3968680" y="2943975"/>
        <a:ext cx="4282360" cy="219210"/>
      </dsp:txXfrm>
    </dsp:sp>
    <dsp:sp modelId="{53FF316A-E9EC-4A70-83FC-ED7B528FE912}">
      <dsp:nvSpPr>
        <dsp:cNvPr id="0" name=""/>
        <dsp:cNvSpPr/>
      </dsp:nvSpPr>
      <dsp:spPr>
        <a:xfrm>
          <a:off x="3956821" y="3209086"/>
          <a:ext cx="4306078" cy="242928"/>
        </a:xfrm>
        <a:prstGeom prst="roundRect">
          <a:avLst/>
        </a:prstGeom>
        <a:solidFill>
          <a:schemeClr val="lt1">
            <a:alpha val="90000"/>
            <a:hueOff val="0"/>
            <a:satOff val="0"/>
            <a:lumOff val="0"/>
            <a:alphaOff val="0"/>
          </a:schemeClr>
        </a:solidFill>
        <a:ln w="9525" cap="flat" cmpd="sng" algn="ctr">
          <a:solidFill>
            <a:schemeClr val="accent3">
              <a:hueOff val="5956022"/>
              <a:satOff val="-8936"/>
              <a:lumOff val="-1453"/>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systems improve productivity or customer experience.</a:t>
          </a:r>
          <a:endParaRPr lang="en-IN" sz="1100" kern="1200" dirty="0"/>
        </a:p>
      </dsp:txBody>
      <dsp:txXfrm>
        <a:off x="3968680" y="3220945"/>
        <a:ext cx="4282360" cy="219210"/>
      </dsp:txXfrm>
    </dsp:sp>
    <dsp:sp modelId="{81B66FE5-45F3-4C28-9287-2EDF3ADF0AAC}">
      <dsp:nvSpPr>
        <dsp:cNvPr id="0" name=""/>
        <dsp:cNvSpPr/>
      </dsp:nvSpPr>
      <dsp:spPr>
        <a:xfrm>
          <a:off x="3960438" y="3568769"/>
          <a:ext cx="4306078" cy="242928"/>
        </a:xfrm>
        <a:prstGeom prst="roundRect">
          <a:avLst/>
        </a:prstGeom>
        <a:solidFill>
          <a:schemeClr val="lt1">
            <a:alpha val="90000"/>
            <a:hueOff val="0"/>
            <a:satOff val="0"/>
            <a:lumOff val="0"/>
            <a:alphaOff val="0"/>
          </a:schemeClr>
        </a:solidFill>
        <a:ln w="9525" cap="flat" cmpd="sng" algn="ctr">
          <a:solidFill>
            <a:schemeClr val="accent3">
              <a:hueOff val="6617802"/>
              <a:satOff val="-9929"/>
              <a:lumOff val="-1615"/>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b="1" kern="1200" dirty="0" smtClean="0"/>
            <a:t>c. IT Enables Communication &amp; Collaboration</a:t>
          </a:r>
          <a:endParaRPr lang="en-IN" sz="1100" b="1" kern="1200" dirty="0"/>
        </a:p>
      </dsp:txBody>
      <dsp:txXfrm>
        <a:off x="3972297" y="3580628"/>
        <a:ext cx="4282360" cy="219210"/>
      </dsp:txXfrm>
    </dsp:sp>
    <dsp:sp modelId="{7A0E8180-7A11-40F9-B77D-0EF303ADFB1D}">
      <dsp:nvSpPr>
        <dsp:cNvPr id="0" name=""/>
        <dsp:cNvSpPr/>
      </dsp:nvSpPr>
      <dsp:spPr>
        <a:xfrm>
          <a:off x="3960438" y="3842063"/>
          <a:ext cx="4306078" cy="242928"/>
        </a:xfrm>
        <a:prstGeom prst="roundRect">
          <a:avLst/>
        </a:prstGeom>
        <a:solidFill>
          <a:schemeClr val="lt1">
            <a:alpha val="90000"/>
            <a:hueOff val="0"/>
            <a:satOff val="0"/>
            <a:lumOff val="0"/>
            <a:alphaOff val="0"/>
          </a:schemeClr>
        </a:solidFill>
        <a:ln w="9525" cap="flat" cmpd="sng" algn="ctr">
          <a:solidFill>
            <a:schemeClr val="accent3">
              <a:hueOff val="7279583"/>
              <a:satOff val="-10922"/>
              <a:lumOff val="-1776"/>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Emails, messaging apps, project management tools, cloud platforms</a:t>
          </a:r>
          <a:endParaRPr lang="en-IN" sz="1100" kern="1200" dirty="0"/>
        </a:p>
      </dsp:txBody>
      <dsp:txXfrm>
        <a:off x="3972297" y="3853922"/>
        <a:ext cx="4282360" cy="219210"/>
      </dsp:txXfrm>
    </dsp:sp>
    <dsp:sp modelId="{2ACC3B8E-D39B-4C61-BF50-46958EB87B8B}">
      <dsp:nvSpPr>
        <dsp:cNvPr id="0" name=""/>
        <dsp:cNvSpPr/>
      </dsp:nvSpPr>
      <dsp:spPr>
        <a:xfrm>
          <a:off x="3960438" y="4115358"/>
          <a:ext cx="4306078" cy="242928"/>
        </a:xfrm>
        <a:prstGeom prst="roundRect">
          <a:avLst/>
        </a:prstGeom>
        <a:solidFill>
          <a:schemeClr val="lt1">
            <a:alpha val="90000"/>
            <a:hueOff val="0"/>
            <a:satOff val="0"/>
            <a:lumOff val="0"/>
            <a:alphaOff val="0"/>
          </a:schemeClr>
        </a:solidFill>
        <a:ln w="9525" cap="flat" cmpd="sng" algn="ctr">
          <a:solidFill>
            <a:schemeClr val="accent3">
              <a:hueOff val="7941363"/>
              <a:satOff val="-11915"/>
              <a:lumOff val="-1938"/>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These tools allow teams to collaborate across departments and locations.</a:t>
          </a:r>
          <a:endParaRPr lang="en-IN" sz="1100" kern="1200" dirty="0"/>
        </a:p>
      </dsp:txBody>
      <dsp:txXfrm>
        <a:off x="3972297" y="4127217"/>
        <a:ext cx="4282360" cy="219210"/>
      </dsp:txXfrm>
    </dsp:sp>
    <dsp:sp modelId="{53F54A10-7476-4636-9817-F01CF23AE8CC}">
      <dsp:nvSpPr>
        <dsp:cNvPr id="0" name=""/>
        <dsp:cNvSpPr/>
      </dsp:nvSpPr>
      <dsp:spPr>
        <a:xfrm>
          <a:off x="3960438" y="4536504"/>
          <a:ext cx="4306078" cy="242928"/>
        </a:xfrm>
        <a:prstGeom prst="roundRect">
          <a:avLst/>
        </a:prstGeom>
        <a:solidFill>
          <a:schemeClr val="lt1">
            <a:alpha val="90000"/>
            <a:hueOff val="0"/>
            <a:satOff val="0"/>
            <a:lumOff val="0"/>
            <a:alphaOff val="0"/>
          </a:schemeClr>
        </a:solidFill>
        <a:ln w="9525" cap="flat" cmpd="sng" algn="ctr">
          <a:solidFill>
            <a:schemeClr val="accent3">
              <a:hueOff val="8603143"/>
              <a:satOff val="-12908"/>
              <a:lumOff val="-2099"/>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b="1" kern="1200" dirty="0" smtClean="0"/>
            <a:t>d. IT Provides Insights for Decision-Making</a:t>
          </a:r>
          <a:endParaRPr lang="en-IN" sz="1100" b="1" kern="1200" dirty="0"/>
        </a:p>
      </dsp:txBody>
      <dsp:txXfrm>
        <a:off x="3972297" y="4548363"/>
        <a:ext cx="4282360" cy="219210"/>
      </dsp:txXfrm>
    </dsp:sp>
    <dsp:sp modelId="{52CB2BCF-1AA7-4B40-B7A0-C749F10FF3F3}">
      <dsp:nvSpPr>
        <dsp:cNvPr id="0" name=""/>
        <dsp:cNvSpPr/>
      </dsp:nvSpPr>
      <dsp:spPr>
        <a:xfrm>
          <a:off x="3960438" y="4752528"/>
          <a:ext cx="4306078" cy="242928"/>
        </a:xfrm>
        <a:prstGeom prst="roundRect">
          <a:avLst/>
        </a:prstGeom>
        <a:solidFill>
          <a:schemeClr val="lt1">
            <a:alpha val="90000"/>
            <a:hueOff val="0"/>
            <a:satOff val="0"/>
            <a:lumOff val="0"/>
            <a:alphaOff val="0"/>
          </a:schemeClr>
        </a:solidFill>
        <a:ln w="9525" cap="flat" cmpd="sng" algn="ctr">
          <a:solidFill>
            <a:schemeClr val="accent3">
              <a:hueOff val="9264923"/>
              <a:satOff val="-13901"/>
              <a:lumOff val="-2261"/>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IT systems supply real-time dashboards and analytics.</a:t>
          </a:r>
          <a:endParaRPr lang="en-IN" sz="1100" kern="1200" dirty="0"/>
        </a:p>
      </dsp:txBody>
      <dsp:txXfrm>
        <a:off x="3972297" y="4764387"/>
        <a:ext cx="4282360" cy="219210"/>
      </dsp:txXfrm>
    </dsp:sp>
    <dsp:sp modelId="{D13A73DD-2956-45C2-A813-1232037AB261}">
      <dsp:nvSpPr>
        <dsp:cNvPr id="0" name=""/>
        <dsp:cNvSpPr/>
      </dsp:nvSpPr>
      <dsp:spPr>
        <a:xfrm>
          <a:off x="3960438" y="4968552"/>
          <a:ext cx="4306078" cy="242928"/>
        </a:xfrm>
        <a:prstGeom prst="roundRect">
          <a:avLst/>
        </a:prstGeom>
        <a:solidFill>
          <a:schemeClr val="lt1">
            <a:alpha val="90000"/>
            <a:hueOff val="0"/>
            <a:satOff val="0"/>
            <a:lumOff val="0"/>
            <a:alphaOff val="0"/>
          </a:schemeClr>
        </a:solidFill>
        <a:ln w="9525" cap="flat" cmpd="sng" algn="ctr">
          <a:solidFill>
            <a:schemeClr val="accent3">
              <a:hueOff val="9926703"/>
              <a:satOff val="-14894"/>
              <a:lumOff val="-2422"/>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They allow decision makers to forecast trends and measure performance.</a:t>
          </a:r>
          <a:endParaRPr lang="en-IN" sz="1100" kern="1200" dirty="0"/>
        </a:p>
      </dsp:txBody>
      <dsp:txXfrm>
        <a:off x="3972297" y="4980411"/>
        <a:ext cx="4282360" cy="219210"/>
      </dsp:txXfrm>
    </dsp:sp>
    <dsp:sp modelId="{61BD14EE-B6ED-4E4C-AC6A-8DCAD8CA9BA8}">
      <dsp:nvSpPr>
        <dsp:cNvPr id="0" name=""/>
        <dsp:cNvSpPr/>
      </dsp:nvSpPr>
      <dsp:spPr>
        <a:xfrm>
          <a:off x="3956821" y="5355589"/>
          <a:ext cx="4306078" cy="242928"/>
        </a:xfrm>
        <a:prstGeom prst="roundRect">
          <a:avLst/>
        </a:prstGeom>
        <a:solidFill>
          <a:schemeClr val="lt1">
            <a:alpha val="90000"/>
            <a:hueOff val="0"/>
            <a:satOff val="0"/>
            <a:lumOff val="0"/>
            <a:alphaOff val="0"/>
          </a:schemeClr>
        </a:solidFill>
        <a:ln w="9525" cap="flat" cmpd="sng" algn="ctr">
          <a:solidFill>
            <a:schemeClr val="accent3">
              <a:hueOff val="10588484"/>
              <a:satOff val="-15887"/>
              <a:lumOff val="-2584"/>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smtClean="0">
              <a:solidFill>
                <a:srgbClr val="FF0000"/>
              </a:solidFill>
            </a:rPr>
            <a:t>Conclusion (Business View):</a:t>
          </a:r>
          <a:endParaRPr lang="en-IN" sz="1200" kern="1200" dirty="0">
            <a:solidFill>
              <a:srgbClr val="FF0000"/>
            </a:solidFill>
          </a:endParaRPr>
        </a:p>
      </dsp:txBody>
      <dsp:txXfrm>
        <a:off x="3968680" y="5367448"/>
        <a:ext cx="4282360" cy="219210"/>
      </dsp:txXfrm>
    </dsp:sp>
    <dsp:sp modelId="{E255D379-41FC-45DC-838B-588AF8341535}">
      <dsp:nvSpPr>
        <dsp:cNvPr id="0" name=""/>
        <dsp:cNvSpPr/>
      </dsp:nvSpPr>
      <dsp:spPr>
        <a:xfrm>
          <a:off x="3942417" y="5632556"/>
          <a:ext cx="4334886" cy="449493"/>
        </a:xfrm>
        <a:prstGeom prst="roundRect">
          <a:avLst/>
        </a:prstGeom>
        <a:solidFill>
          <a:schemeClr val="lt1">
            <a:alpha val="90000"/>
            <a:hueOff val="0"/>
            <a:satOff val="0"/>
            <a:lumOff val="0"/>
            <a:alphaOff val="0"/>
          </a:schemeClr>
        </a:solidFill>
        <a:ln w="9525" cap="flat" cmpd="sng" algn="ctr">
          <a:solidFill>
            <a:schemeClr val="accent3">
              <a:hueOff val="11250264"/>
              <a:satOff val="-16880"/>
              <a:lumOff val="-2745"/>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IT is the foundation that supports every operational, customer-facing, and decision-making process in a business</a:t>
          </a:r>
          <a:r>
            <a:rPr lang="en-US" sz="700" kern="1200" dirty="0" smtClean="0"/>
            <a:t>.</a:t>
          </a:r>
          <a:endParaRPr lang="en-IN" sz="700" kern="1200" dirty="0"/>
        </a:p>
      </dsp:txBody>
      <dsp:txXfrm>
        <a:off x="3964359" y="5654498"/>
        <a:ext cx="4291002" cy="4056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2B98FD-8600-45F8-AC88-3E3A40CC9613}">
      <dsp:nvSpPr>
        <dsp:cNvPr id="0" name=""/>
        <dsp:cNvSpPr/>
      </dsp:nvSpPr>
      <dsp:spPr>
        <a:xfrm rot="5400000">
          <a:off x="-387798" y="387798"/>
          <a:ext cx="2585323" cy="1809726"/>
        </a:xfrm>
        <a:prstGeom prst="chevron">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rtl="0">
            <a:lnSpc>
              <a:spcPct val="90000"/>
            </a:lnSpc>
            <a:spcBef>
              <a:spcPct val="0"/>
            </a:spcBef>
            <a:spcAft>
              <a:spcPct val="35000"/>
            </a:spcAft>
          </a:pPr>
          <a:r>
            <a:rPr lang="en-US" sz="1700" b="1" kern="1200" dirty="0" smtClean="0"/>
            <a:t>1. Enhancing Efficiency and Productivity</a:t>
          </a:r>
          <a:endParaRPr lang="en-IN" sz="1700" kern="1200" dirty="0"/>
        </a:p>
      </dsp:txBody>
      <dsp:txXfrm rot="-5400000">
        <a:off x="1" y="904862"/>
        <a:ext cx="1809726" cy="775597"/>
      </dsp:txXfrm>
    </dsp:sp>
    <dsp:sp modelId="{2A5B1CDB-2741-4C00-B18F-70883D9BF504}">
      <dsp:nvSpPr>
        <dsp:cNvPr id="0" name=""/>
        <dsp:cNvSpPr/>
      </dsp:nvSpPr>
      <dsp:spPr>
        <a:xfrm rot="5400000">
          <a:off x="4098416" y="-2288690"/>
          <a:ext cx="1680459" cy="6257840"/>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rtl="0">
            <a:lnSpc>
              <a:spcPct val="90000"/>
            </a:lnSpc>
            <a:spcBef>
              <a:spcPct val="0"/>
            </a:spcBef>
            <a:spcAft>
              <a:spcPct val="15000"/>
            </a:spcAft>
            <a:buChar char="••"/>
          </a:pPr>
          <a:r>
            <a:rPr lang="en-US" sz="1200" kern="1200" smtClean="0"/>
            <a:t>IT automates repetitive tasks, streamlines workflows, and enables faster data processing.</a:t>
          </a:r>
          <a:br>
            <a:rPr lang="en-US" sz="1200" kern="1200" smtClean="0"/>
          </a:br>
          <a:r>
            <a:rPr lang="en-US" sz="1200" kern="1200" smtClean="0"/>
            <a:t>With tools like enterprise software, cloud applications, and automated systems, businesses reduce manual errors and allow employees to focus on creative and strategic responsibilities.</a:t>
          </a:r>
          <a:br>
            <a:rPr lang="en-US" sz="1200" kern="1200" smtClean="0"/>
          </a:br>
          <a:r>
            <a:rPr lang="en-US" sz="1200" kern="1200" smtClean="0"/>
            <a:t>This leads to:</a:t>
          </a:r>
          <a:endParaRPr lang="en-IN" sz="1200" kern="1200"/>
        </a:p>
        <a:p>
          <a:pPr marL="114300" lvl="1" indent="-114300" algn="l" defTabSz="533400" rtl="0">
            <a:lnSpc>
              <a:spcPct val="90000"/>
            </a:lnSpc>
            <a:spcBef>
              <a:spcPct val="0"/>
            </a:spcBef>
            <a:spcAft>
              <a:spcPct val="15000"/>
            </a:spcAft>
            <a:buChar char="••"/>
          </a:pPr>
          <a:r>
            <a:rPr lang="en-US" sz="1200" kern="1200" smtClean="0"/>
            <a:t>faster operations</a:t>
          </a:r>
          <a:endParaRPr lang="en-IN" sz="1200" kern="1200"/>
        </a:p>
        <a:p>
          <a:pPr marL="114300" lvl="1" indent="-114300" algn="l" defTabSz="533400" rtl="0">
            <a:lnSpc>
              <a:spcPct val="90000"/>
            </a:lnSpc>
            <a:spcBef>
              <a:spcPct val="0"/>
            </a:spcBef>
            <a:spcAft>
              <a:spcPct val="15000"/>
            </a:spcAft>
            <a:buChar char="••"/>
          </a:pPr>
          <a:r>
            <a:rPr lang="en-US" sz="1200" kern="1200" smtClean="0"/>
            <a:t>reduced costs</a:t>
          </a:r>
          <a:endParaRPr lang="en-IN" sz="1200" kern="1200"/>
        </a:p>
        <a:p>
          <a:pPr marL="114300" lvl="1" indent="-114300" algn="l" defTabSz="533400" rtl="0">
            <a:lnSpc>
              <a:spcPct val="90000"/>
            </a:lnSpc>
            <a:spcBef>
              <a:spcPct val="0"/>
            </a:spcBef>
            <a:spcAft>
              <a:spcPct val="15000"/>
            </a:spcAft>
            <a:buChar char="••"/>
          </a:pPr>
          <a:r>
            <a:rPr lang="en-US" sz="1200" kern="1200" smtClean="0"/>
            <a:t>improved work output</a:t>
          </a:r>
          <a:endParaRPr lang="en-IN" sz="1200" kern="1200"/>
        </a:p>
        <a:p>
          <a:pPr marL="114300" lvl="1" indent="-114300" algn="l" defTabSz="533400" rtl="0">
            <a:lnSpc>
              <a:spcPct val="90000"/>
            </a:lnSpc>
            <a:spcBef>
              <a:spcPct val="0"/>
            </a:spcBef>
            <a:spcAft>
              <a:spcPct val="15000"/>
            </a:spcAft>
            <a:buChar char="••"/>
          </a:pPr>
          <a:r>
            <a:rPr lang="en-US" sz="1200" kern="1200" smtClean="0"/>
            <a:t>higher accuracy</a:t>
          </a:r>
          <a:endParaRPr lang="en-IN" sz="1200" kern="1200"/>
        </a:p>
      </dsp:txBody>
      <dsp:txXfrm rot="-5400000">
        <a:off x="1809726" y="82033"/>
        <a:ext cx="6175807" cy="151639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D3018E-8B9E-485A-B4D8-D0283256E892}">
      <dsp:nvSpPr>
        <dsp:cNvPr id="0" name=""/>
        <dsp:cNvSpPr/>
      </dsp:nvSpPr>
      <dsp:spPr>
        <a:xfrm rot="5400000">
          <a:off x="-404784" y="404784"/>
          <a:ext cx="2698561" cy="1888992"/>
        </a:xfrm>
        <a:prstGeom prst="chevron">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rtl="0">
            <a:lnSpc>
              <a:spcPct val="90000"/>
            </a:lnSpc>
            <a:spcBef>
              <a:spcPct val="0"/>
            </a:spcBef>
            <a:spcAft>
              <a:spcPct val="35000"/>
            </a:spcAft>
          </a:pPr>
          <a:r>
            <a:rPr lang="en-US" sz="2200" b="1" kern="1200" dirty="0" smtClean="0"/>
            <a:t>2. Improving Communication</a:t>
          </a:r>
          <a:endParaRPr lang="en-IN" sz="2200" kern="1200" dirty="0"/>
        </a:p>
      </dsp:txBody>
      <dsp:txXfrm rot="-5400000">
        <a:off x="1" y="944495"/>
        <a:ext cx="1888992" cy="809569"/>
      </dsp:txXfrm>
    </dsp:sp>
    <dsp:sp modelId="{87C3453C-FE4E-43F2-B753-D18628E0AC53}">
      <dsp:nvSpPr>
        <dsp:cNvPr id="0" name=""/>
        <dsp:cNvSpPr/>
      </dsp:nvSpPr>
      <dsp:spPr>
        <a:xfrm rot="5400000">
          <a:off x="4135916" y="-2246923"/>
          <a:ext cx="1754064" cy="6247911"/>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rtl="0">
            <a:lnSpc>
              <a:spcPct val="90000"/>
            </a:lnSpc>
            <a:spcBef>
              <a:spcPct val="0"/>
            </a:spcBef>
            <a:spcAft>
              <a:spcPct val="15000"/>
            </a:spcAft>
            <a:buChar char="••"/>
          </a:pPr>
          <a:r>
            <a:rPr lang="en-US" sz="1200" kern="1200" dirty="0" smtClean="0"/>
            <a:t>IT has transformed the way employees and organizations communicate.</a:t>
          </a:r>
          <a:br>
            <a:rPr lang="en-US" sz="1200" kern="1200" dirty="0" smtClean="0"/>
          </a:br>
          <a:r>
            <a:rPr lang="en-US" sz="1200" kern="1200" dirty="0" smtClean="0"/>
            <a:t>Tools such as:</a:t>
          </a:r>
          <a:endParaRPr lang="en-IN" sz="1200" kern="1200" dirty="0"/>
        </a:p>
        <a:p>
          <a:pPr marL="114300" lvl="1" indent="-114300" algn="l" defTabSz="533400" rtl="0">
            <a:lnSpc>
              <a:spcPct val="90000"/>
            </a:lnSpc>
            <a:spcBef>
              <a:spcPct val="0"/>
            </a:spcBef>
            <a:spcAft>
              <a:spcPct val="15000"/>
            </a:spcAft>
            <a:buChar char="••"/>
          </a:pPr>
          <a:r>
            <a:rPr lang="en-US" sz="1200" kern="1200" smtClean="0"/>
            <a:t>email</a:t>
          </a:r>
          <a:endParaRPr lang="en-IN" sz="1200" kern="1200"/>
        </a:p>
        <a:p>
          <a:pPr marL="114300" lvl="1" indent="-114300" algn="l" defTabSz="533400" rtl="0">
            <a:lnSpc>
              <a:spcPct val="90000"/>
            </a:lnSpc>
            <a:spcBef>
              <a:spcPct val="0"/>
            </a:spcBef>
            <a:spcAft>
              <a:spcPct val="15000"/>
            </a:spcAft>
            <a:buChar char="••"/>
          </a:pPr>
          <a:r>
            <a:rPr lang="en-US" sz="1200" kern="1200" smtClean="0"/>
            <a:t>instant messaging</a:t>
          </a:r>
          <a:endParaRPr lang="en-IN" sz="1200" kern="1200"/>
        </a:p>
        <a:p>
          <a:pPr marL="114300" lvl="1" indent="-114300" algn="l" defTabSz="533400" rtl="0">
            <a:lnSpc>
              <a:spcPct val="90000"/>
            </a:lnSpc>
            <a:spcBef>
              <a:spcPct val="0"/>
            </a:spcBef>
            <a:spcAft>
              <a:spcPct val="15000"/>
            </a:spcAft>
            <a:buChar char="••"/>
          </a:pPr>
          <a:r>
            <a:rPr lang="en-US" sz="1200" kern="1200" smtClean="0"/>
            <a:t>video conferencing</a:t>
          </a:r>
          <a:endParaRPr lang="en-IN" sz="1200" kern="1200"/>
        </a:p>
        <a:p>
          <a:pPr marL="114300" lvl="1" indent="-114300" algn="l" defTabSz="533400" rtl="0">
            <a:lnSpc>
              <a:spcPct val="90000"/>
            </a:lnSpc>
            <a:spcBef>
              <a:spcPct val="0"/>
            </a:spcBef>
            <a:spcAft>
              <a:spcPct val="15000"/>
            </a:spcAft>
            <a:buChar char="••"/>
          </a:pPr>
          <a:r>
            <a:rPr lang="en-US" sz="1200" kern="1200" smtClean="0"/>
            <a:t>collaborative platforms (e.g., Teams, Slack)</a:t>
          </a:r>
          <a:endParaRPr lang="en-IN" sz="1200" kern="1200"/>
        </a:p>
        <a:p>
          <a:pPr marL="114300" lvl="1" indent="-114300" algn="l" defTabSz="533400" rtl="0">
            <a:lnSpc>
              <a:spcPct val="90000"/>
            </a:lnSpc>
            <a:spcBef>
              <a:spcPct val="0"/>
            </a:spcBef>
            <a:spcAft>
              <a:spcPct val="15000"/>
            </a:spcAft>
            <a:buChar char="••"/>
          </a:pPr>
          <a:r>
            <a:rPr lang="en-US" sz="1200" kern="1200" smtClean="0"/>
            <a:t>allow teams to connect and work together from anywhere in the world.</a:t>
          </a:r>
          <a:br>
            <a:rPr lang="en-US" sz="1200" kern="1200" smtClean="0"/>
          </a:br>
          <a:r>
            <a:rPr lang="en-US" sz="1200" kern="1200" smtClean="0"/>
            <a:t>This seamless communication strengthens teamwork and supports timely decision-making.</a:t>
          </a:r>
          <a:endParaRPr lang="en-IN" sz="1200" kern="1200"/>
        </a:p>
      </dsp:txBody>
      <dsp:txXfrm rot="-5400000">
        <a:off x="1888993" y="85626"/>
        <a:ext cx="6162285" cy="158281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2F946-6F56-44DD-8726-176D492450E5}">
      <dsp:nvSpPr>
        <dsp:cNvPr id="0" name=""/>
        <dsp:cNvSpPr/>
      </dsp:nvSpPr>
      <dsp:spPr>
        <a:xfrm rot="5400000">
          <a:off x="-311990" y="311990"/>
          <a:ext cx="2079936" cy="1455955"/>
        </a:xfrm>
        <a:prstGeom prst="chevron">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en-US" sz="1400" b="1" kern="1200" dirty="0" smtClean="0"/>
            <a:t>3. Data Management and Analysis</a:t>
          </a:r>
          <a:endParaRPr lang="en-IN" sz="1400" kern="1200" dirty="0"/>
        </a:p>
      </dsp:txBody>
      <dsp:txXfrm rot="-5400000">
        <a:off x="1" y="727978"/>
        <a:ext cx="1455955" cy="623981"/>
      </dsp:txXfrm>
    </dsp:sp>
    <dsp:sp modelId="{966BCFFC-BE85-4DCD-8E18-0251EE458B6C}">
      <dsp:nvSpPr>
        <dsp:cNvPr id="0" name=""/>
        <dsp:cNvSpPr/>
      </dsp:nvSpPr>
      <dsp:spPr>
        <a:xfrm rot="5400000">
          <a:off x="4192458" y="-2736503"/>
          <a:ext cx="1351958" cy="6824964"/>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78232" tIns="6985" rIns="6985" bIns="6985" numCol="1" spcCol="1270" anchor="ctr" anchorCtr="0">
          <a:noAutofit/>
        </a:bodyPr>
        <a:lstStyle/>
        <a:p>
          <a:pPr marL="57150" lvl="1" indent="-57150" algn="l" defTabSz="488950" rtl="0">
            <a:lnSpc>
              <a:spcPct val="90000"/>
            </a:lnSpc>
            <a:spcBef>
              <a:spcPct val="0"/>
            </a:spcBef>
            <a:spcAft>
              <a:spcPct val="15000"/>
            </a:spcAft>
            <a:buChar char="••"/>
          </a:pPr>
          <a:r>
            <a:rPr lang="en-US" sz="1100" kern="1200" smtClean="0"/>
            <a:t>Businesses generate massive amounts of data every day.</a:t>
          </a:r>
          <a:br>
            <a:rPr lang="en-US" sz="1100" kern="1200" smtClean="0"/>
          </a:br>
          <a:r>
            <a:rPr lang="en-US" sz="1100" kern="1200" smtClean="0"/>
            <a:t>IT provides the infrastructure and tools to:</a:t>
          </a:r>
          <a:endParaRPr lang="en-IN" sz="1100" kern="1200"/>
        </a:p>
        <a:p>
          <a:pPr marL="57150" lvl="1" indent="-57150" algn="l" defTabSz="488950" rtl="0">
            <a:lnSpc>
              <a:spcPct val="90000"/>
            </a:lnSpc>
            <a:spcBef>
              <a:spcPct val="0"/>
            </a:spcBef>
            <a:spcAft>
              <a:spcPct val="15000"/>
            </a:spcAft>
            <a:buChar char="••"/>
          </a:pPr>
          <a:r>
            <a:rPr lang="en-US" sz="1100" kern="1200" smtClean="0"/>
            <a:t>collect data</a:t>
          </a:r>
          <a:endParaRPr lang="en-IN" sz="1100" kern="1200"/>
        </a:p>
        <a:p>
          <a:pPr marL="57150" lvl="1" indent="-57150" algn="l" defTabSz="488950" rtl="0">
            <a:lnSpc>
              <a:spcPct val="90000"/>
            </a:lnSpc>
            <a:spcBef>
              <a:spcPct val="0"/>
            </a:spcBef>
            <a:spcAft>
              <a:spcPct val="15000"/>
            </a:spcAft>
            <a:buChar char="••"/>
          </a:pPr>
          <a:r>
            <a:rPr lang="en-US" sz="1100" kern="1200" smtClean="0"/>
            <a:t>store data securely</a:t>
          </a:r>
          <a:endParaRPr lang="en-IN" sz="1100" kern="1200"/>
        </a:p>
        <a:p>
          <a:pPr marL="57150" lvl="1" indent="-57150" algn="l" defTabSz="488950" rtl="0">
            <a:lnSpc>
              <a:spcPct val="90000"/>
            </a:lnSpc>
            <a:spcBef>
              <a:spcPct val="0"/>
            </a:spcBef>
            <a:spcAft>
              <a:spcPct val="15000"/>
            </a:spcAft>
            <a:buChar char="••"/>
          </a:pPr>
          <a:r>
            <a:rPr lang="en-US" sz="1100" kern="1200" smtClean="0"/>
            <a:t>analyze data using analytics platforms</a:t>
          </a:r>
          <a:endParaRPr lang="en-IN" sz="1100" kern="1200"/>
        </a:p>
        <a:p>
          <a:pPr marL="57150" lvl="1" indent="-57150" algn="l" defTabSz="488950" rtl="0">
            <a:lnSpc>
              <a:spcPct val="90000"/>
            </a:lnSpc>
            <a:spcBef>
              <a:spcPct val="0"/>
            </a:spcBef>
            <a:spcAft>
              <a:spcPct val="15000"/>
            </a:spcAft>
            <a:buChar char="••"/>
          </a:pPr>
          <a:r>
            <a:rPr lang="en-US" sz="1100" kern="1200" smtClean="0"/>
            <a:t>These insights help companies understand customer behavior, track performance, predict trends, and make informed, data-driven decisions.</a:t>
          </a:r>
          <a:endParaRPr lang="en-IN" sz="1100" kern="1200"/>
        </a:p>
      </dsp:txBody>
      <dsp:txXfrm rot="-5400000">
        <a:off x="1455956" y="65996"/>
        <a:ext cx="6758967" cy="121996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DEA1AA-542E-43AA-BBC1-F172C461D6C4}">
      <dsp:nvSpPr>
        <dsp:cNvPr id="0" name=""/>
        <dsp:cNvSpPr/>
      </dsp:nvSpPr>
      <dsp:spPr>
        <a:xfrm rot="5400000">
          <a:off x="-291632" y="291632"/>
          <a:ext cx="1944215" cy="1360950"/>
        </a:xfrm>
        <a:prstGeom prst="chevron">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rtl="0">
            <a:lnSpc>
              <a:spcPct val="90000"/>
            </a:lnSpc>
            <a:spcBef>
              <a:spcPct val="0"/>
            </a:spcBef>
            <a:spcAft>
              <a:spcPct val="35000"/>
            </a:spcAft>
          </a:pPr>
          <a:r>
            <a:rPr lang="en-US" sz="1300" b="1" kern="1200" dirty="0" smtClean="0"/>
            <a:t>4. Strengthening Customer Engagement</a:t>
          </a:r>
          <a:endParaRPr lang="en-IN" sz="1300" kern="1200" dirty="0"/>
        </a:p>
      </dsp:txBody>
      <dsp:txXfrm rot="-5400000">
        <a:off x="1" y="680474"/>
        <a:ext cx="1360950" cy="583265"/>
      </dsp:txXfrm>
    </dsp:sp>
    <dsp:sp modelId="{496853A2-2703-472C-83BE-CA8F268E5297}">
      <dsp:nvSpPr>
        <dsp:cNvPr id="0" name=""/>
        <dsp:cNvSpPr/>
      </dsp:nvSpPr>
      <dsp:spPr>
        <a:xfrm rot="5400000">
          <a:off x="4225069" y="-2864118"/>
          <a:ext cx="1263739" cy="6991977"/>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71120" tIns="6350" rIns="6350" bIns="6350" numCol="1" spcCol="1270" anchor="ctr" anchorCtr="0">
          <a:noAutofit/>
        </a:bodyPr>
        <a:lstStyle/>
        <a:p>
          <a:pPr marL="57150" lvl="1" indent="-57150" algn="l" defTabSz="444500" rtl="0">
            <a:lnSpc>
              <a:spcPct val="90000"/>
            </a:lnSpc>
            <a:spcBef>
              <a:spcPct val="0"/>
            </a:spcBef>
            <a:spcAft>
              <a:spcPct val="15000"/>
            </a:spcAft>
            <a:buChar char="••"/>
          </a:pPr>
          <a:r>
            <a:rPr lang="en-US" sz="1000" kern="1200" smtClean="0"/>
            <a:t>IT enables businesses to connect with customers more effectively.</a:t>
          </a:r>
          <a:br>
            <a:rPr lang="en-US" sz="1000" kern="1200" smtClean="0"/>
          </a:br>
          <a:r>
            <a:rPr lang="en-US" sz="1000" kern="1200" smtClean="0"/>
            <a:t>Examples include:</a:t>
          </a:r>
          <a:endParaRPr lang="en-IN" sz="1000" kern="1200"/>
        </a:p>
        <a:p>
          <a:pPr marL="57150" lvl="1" indent="-57150" algn="l" defTabSz="444500" rtl="0">
            <a:lnSpc>
              <a:spcPct val="90000"/>
            </a:lnSpc>
            <a:spcBef>
              <a:spcPct val="0"/>
            </a:spcBef>
            <a:spcAft>
              <a:spcPct val="15000"/>
            </a:spcAft>
            <a:buChar char="••"/>
          </a:pPr>
          <a:r>
            <a:rPr lang="en-US" sz="1000" kern="1200" smtClean="0"/>
            <a:t>e-commerce platforms</a:t>
          </a:r>
          <a:endParaRPr lang="en-IN" sz="1000" kern="1200"/>
        </a:p>
        <a:p>
          <a:pPr marL="57150" lvl="1" indent="-57150" algn="l" defTabSz="444500" rtl="0">
            <a:lnSpc>
              <a:spcPct val="90000"/>
            </a:lnSpc>
            <a:spcBef>
              <a:spcPct val="0"/>
            </a:spcBef>
            <a:spcAft>
              <a:spcPct val="15000"/>
            </a:spcAft>
            <a:buChar char="••"/>
          </a:pPr>
          <a:r>
            <a:rPr lang="en-US" sz="1000" kern="1200" smtClean="0"/>
            <a:t>mobile apps</a:t>
          </a:r>
          <a:endParaRPr lang="en-IN" sz="1000" kern="1200"/>
        </a:p>
        <a:p>
          <a:pPr marL="57150" lvl="1" indent="-57150" algn="l" defTabSz="444500" rtl="0">
            <a:lnSpc>
              <a:spcPct val="90000"/>
            </a:lnSpc>
            <a:spcBef>
              <a:spcPct val="0"/>
            </a:spcBef>
            <a:spcAft>
              <a:spcPct val="15000"/>
            </a:spcAft>
            <a:buChar char="••"/>
          </a:pPr>
          <a:r>
            <a:rPr lang="en-US" sz="1000" kern="1200" dirty="0" smtClean="0"/>
            <a:t>customer relationship management (CRM) software</a:t>
          </a:r>
          <a:endParaRPr lang="en-IN" sz="1000" kern="1200" dirty="0"/>
        </a:p>
        <a:p>
          <a:pPr marL="57150" lvl="1" indent="-57150" algn="l" defTabSz="444500" rtl="0">
            <a:lnSpc>
              <a:spcPct val="90000"/>
            </a:lnSpc>
            <a:spcBef>
              <a:spcPct val="0"/>
            </a:spcBef>
            <a:spcAft>
              <a:spcPct val="15000"/>
            </a:spcAft>
            <a:buChar char="••"/>
          </a:pPr>
          <a:r>
            <a:rPr lang="en-US" sz="1000" kern="1200" dirty="0" smtClean="0"/>
            <a:t>social media</a:t>
          </a:r>
          <a:endParaRPr lang="en-IN" sz="1000" kern="1200" dirty="0"/>
        </a:p>
        <a:p>
          <a:pPr marL="57150" lvl="1" indent="-57150" algn="l" defTabSz="444500" rtl="0">
            <a:lnSpc>
              <a:spcPct val="90000"/>
            </a:lnSpc>
            <a:spcBef>
              <a:spcPct val="0"/>
            </a:spcBef>
            <a:spcAft>
              <a:spcPct val="15000"/>
            </a:spcAft>
            <a:buChar char="••"/>
          </a:pPr>
          <a:r>
            <a:rPr lang="en-US" sz="1000" kern="1200" smtClean="0"/>
            <a:t>These technologies help companies provide personalized services, respond quickly to customer needs, and build long-term loyalty.</a:t>
          </a:r>
          <a:endParaRPr lang="en-IN" sz="1000" kern="1200"/>
        </a:p>
      </dsp:txBody>
      <dsp:txXfrm rot="-5400000">
        <a:off x="1360951" y="61691"/>
        <a:ext cx="6930286" cy="114035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3CEC12-8DB2-494F-AD69-DBC29A93FE2F}">
      <dsp:nvSpPr>
        <dsp:cNvPr id="0" name=""/>
        <dsp:cNvSpPr/>
      </dsp:nvSpPr>
      <dsp:spPr>
        <a:xfrm rot="5400000">
          <a:off x="-234991" y="283493"/>
          <a:ext cx="1877712" cy="1314398"/>
        </a:xfrm>
        <a:prstGeom prst="chevron">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t" anchorCtr="0">
          <a:noAutofit/>
        </a:bodyPr>
        <a:lstStyle/>
        <a:p>
          <a:pPr lvl="0" algn="ctr" defTabSz="488950" rtl="0">
            <a:lnSpc>
              <a:spcPct val="90000"/>
            </a:lnSpc>
            <a:spcBef>
              <a:spcPct val="0"/>
            </a:spcBef>
            <a:spcAft>
              <a:spcPct val="35000"/>
            </a:spcAft>
          </a:pPr>
          <a:r>
            <a:rPr lang="en-US" sz="1100" b="1" kern="1200" dirty="0" smtClean="0"/>
            <a:t>5. </a:t>
          </a:r>
          <a:r>
            <a:rPr lang="en-US" sz="1300" b="1" kern="1200" dirty="0" smtClean="0"/>
            <a:t>Driving Innovation and Competitive Advantage</a:t>
          </a:r>
          <a:endParaRPr lang="en-IN" sz="1300" kern="1200" dirty="0"/>
        </a:p>
      </dsp:txBody>
      <dsp:txXfrm rot="-5400000">
        <a:off x="46666" y="659035"/>
        <a:ext cx="1314398" cy="563314"/>
      </dsp:txXfrm>
    </dsp:sp>
    <dsp:sp modelId="{904A5CC2-8C61-480C-8B5E-4951A2D753BD}">
      <dsp:nvSpPr>
        <dsp:cNvPr id="0" name=""/>
        <dsp:cNvSpPr/>
      </dsp:nvSpPr>
      <dsp:spPr>
        <a:xfrm rot="5400000">
          <a:off x="4288967" y="-2921533"/>
          <a:ext cx="1221154" cy="7067893"/>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64008" tIns="5715" rIns="5715" bIns="5715" numCol="1" spcCol="1270" anchor="ctr" anchorCtr="0">
          <a:noAutofit/>
        </a:bodyPr>
        <a:lstStyle/>
        <a:p>
          <a:pPr marL="57150" lvl="1" indent="-57150" algn="l" defTabSz="400050" rtl="0">
            <a:lnSpc>
              <a:spcPct val="90000"/>
            </a:lnSpc>
            <a:spcBef>
              <a:spcPct val="0"/>
            </a:spcBef>
            <a:spcAft>
              <a:spcPct val="15000"/>
            </a:spcAft>
            <a:buChar char="••"/>
          </a:pPr>
          <a:r>
            <a:rPr lang="en-US" sz="900" kern="1200" smtClean="0"/>
            <a:t>Modern organizations use IT to innovate and create new products, services, and business models.</a:t>
          </a:r>
          <a:br>
            <a:rPr lang="en-US" sz="900" kern="1200" smtClean="0"/>
          </a:br>
          <a:r>
            <a:rPr lang="en-US" sz="900" kern="1200" smtClean="0"/>
            <a:t>Emerging technologies such as:</a:t>
          </a:r>
          <a:endParaRPr lang="en-IN" sz="900" kern="1200"/>
        </a:p>
        <a:p>
          <a:pPr marL="57150" lvl="1" indent="-57150" algn="l" defTabSz="400050" rtl="0">
            <a:lnSpc>
              <a:spcPct val="90000"/>
            </a:lnSpc>
            <a:spcBef>
              <a:spcPct val="0"/>
            </a:spcBef>
            <a:spcAft>
              <a:spcPct val="15000"/>
            </a:spcAft>
            <a:buChar char="••"/>
          </a:pPr>
          <a:r>
            <a:rPr lang="en-US" sz="900" kern="1200" smtClean="0"/>
            <a:t>Artificial Intelligence (AI)</a:t>
          </a:r>
          <a:endParaRPr lang="en-IN" sz="900" kern="1200"/>
        </a:p>
        <a:p>
          <a:pPr marL="57150" lvl="1" indent="-57150" algn="l" defTabSz="400050" rtl="0">
            <a:lnSpc>
              <a:spcPct val="90000"/>
            </a:lnSpc>
            <a:spcBef>
              <a:spcPct val="0"/>
            </a:spcBef>
            <a:spcAft>
              <a:spcPct val="15000"/>
            </a:spcAft>
            <a:buChar char="••"/>
          </a:pPr>
          <a:r>
            <a:rPr lang="en-US" sz="900" kern="1200" smtClean="0"/>
            <a:t>Machine Learning (ML)</a:t>
          </a:r>
          <a:endParaRPr lang="en-IN" sz="900" kern="1200"/>
        </a:p>
        <a:p>
          <a:pPr marL="57150" lvl="1" indent="-57150" algn="l" defTabSz="400050" rtl="0">
            <a:lnSpc>
              <a:spcPct val="90000"/>
            </a:lnSpc>
            <a:spcBef>
              <a:spcPct val="0"/>
            </a:spcBef>
            <a:spcAft>
              <a:spcPct val="15000"/>
            </a:spcAft>
            <a:buChar char="••"/>
          </a:pPr>
          <a:r>
            <a:rPr lang="en-US" sz="900" kern="1200" smtClean="0"/>
            <a:t>Blockchain</a:t>
          </a:r>
          <a:endParaRPr lang="en-IN" sz="900" kern="1200"/>
        </a:p>
        <a:p>
          <a:pPr marL="57150" lvl="1" indent="-57150" algn="l" defTabSz="400050" rtl="0">
            <a:lnSpc>
              <a:spcPct val="90000"/>
            </a:lnSpc>
            <a:spcBef>
              <a:spcPct val="0"/>
            </a:spcBef>
            <a:spcAft>
              <a:spcPct val="15000"/>
            </a:spcAft>
            <a:buChar char="••"/>
          </a:pPr>
          <a:r>
            <a:rPr lang="en-US" sz="900" kern="1200" smtClean="0"/>
            <a:t>Internet of Things (IoT)</a:t>
          </a:r>
          <a:endParaRPr lang="en-IN" sz="900" kern="1200"/>
        </a:p>
        <a:p>
          <a:pPr marL="57150" lvl="1" indent="-57150" algn="l" defTabSz="400050" rtl="0">
            <a:lnSpc>
              <a:spcPct val="90000"/>
            </a:lnSpc>
            <a:spcBef>
              <a:spcPct val="0"/>
            </a:spcBef>
            <a:spcAft>
              <a:spcPct val="15000"/>
            </a:spcAft>
            <a:buChar char="••"/>
          </a:pPr>
          <a:r>
            <a:rPr lang="en-US" sz="900" kern="1200" smtClean="0"/>
            <a:t>allow businesses to stay ahead of competitors by improving processes and introducing creative solutions.</a:t>
          </a:r>
          <a:endParaRPr lang="en-IN" sz="900" kern="1200"/>
        </a:p>
      </dsp:txBody>
      <dsp:txXfrm rot="-5400000">
        <a:off x="1365598" y="61448"/>
        <a:ext cx="7008281" cy="110193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BC2EEE-3541-4E12-8673-531FFA27FC72}">
      <dsp:nvSpPr>
        <dsp:cNvPr id="0" name=""/>
        <dsp:cNvSpPr/>
      </dsp:nvSpPr>
      <dsp:spPr>
        <a:xfrm rot="5400000">
          <a:off x="-313932" y="313932"/>
          <a:ext cx="2092881" cy="1465016"/>
        </a:xfrm>
        <a:prstGeom prst="chevron">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en-US" sz="1400" b="1" kern="1200" smtClean="0"/>
            <a:t>6. Optimizing Supply Chain Management</a:t>
          </a:r>
          <a:endParaRPr lang="en-IN" sz="1400" kern="1200"/>
        </a:p>
      </dsp:txBody>
      <dsp:txXfrm rot="-5400000">
        <a:off x="1" y="732507"/>
        <a:ext cx="1465016" cy="627865"/>
      </dsp:txXfrm>
    </dsp:sp>
    <dsp:sp modelId="{9C02888B-AA34-4D88-A61C-791327C15AB5}">
      <dsp:nvSpPr>
        <dsp:cNvPr id="0" name=""/>
        <dsp:cNvSpPr/>
      </dsp:nvSpPr>
      <dsp:spPr>
        <a:xfrm rot="5400000">
          <a:off x="4120774" y="-2655757"/>
          <a:ext cx="1360372" cy="6671887"/>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78232" tIns="6985" rIns="6985" bIns="6985" numCol="1" spcCol="1270" anchor="ctr" anchorCtr="0">
          <a:noAutofit/>
        </a:bodyPr>
        <a:lstStyle/>
        <a:p>
          <a:pPr marL="57150" lvl="1" indent="-57150" algn="l" defTabSz="488950" rtl="0">
            <a:lnSpc>
              <a:spcPct val="90000"/>
            </a:lnSpc>
            <a:spcBef>
              <a:spcPct val="0"/>
            </a:spcBef>
            <a:spcAft>
              <a:spcPct val="15000"/>
            </a:spcAft>
            <a:buChar char="••"/>
          </a:pPr>
          <a:r>
            <a:rPr lang="en-US" sz="1100" kern="1200" smtClean="0"/>
            <a:t>IT systems allow companies to monitor and manage their supply chains more efficiently.</a:t>
          </a:r>
          <a:br>
            <a:rPr lang="en-US" sz="1100" kern="1200" smtClean="0"/>
          </a:br>
          <a:r>
            <a:rPr lang="en-US" sz="1100" kern="1200" smtClean="0"/>
            <a:t>Through advanced software, businesses can:</a:t>
          </a:r>
          <a:endParaRPr lang="en-IN" sz="1100" kern="1200"/>
        </a:p>
        <a:p>
          <a:pPr marL="57150" lvl="1" indent="-57150" algn="l" defTabSz="488950" rtl="0">
            <a:lnSpc>
              <a:spcPct val="90000"/>
            </a:lnSpc>
            <a:spcBef>
              <a:spcPct val="0"/>
            </a:spcBef>
            <a:spcAft>
              <a:spcPct val="15000"/>
            </a:spcAft>
            <a:buChar char="••"/>
          </a:pPr>
          <a:r>
            <a:rPr lang="en-US" sz="1100" kern="1200" smtClean="0"/>
            <a:t>track inventory levels</a:t>
          </a:r>
          <a:endParaRPr lang="en-IN" sz="1100" kern="1200"/>
        </a:p>
        <a:p>
          <a:pPr marL="57150" lvl="1" indent="-57150" algn="l" defTabSz="488950" rtl="0">
            <a:lnSpc>
              <a:spcPct val="90000"/>
            </a:lnSpc>
            <a:spcBef>
              <a:spcPct val="0"/>
            </a:spcBef>
            <a:spcAft>
              <a:spcPct val="15000"/>
            </a:spcAft>
            <a:buChar char="••"/>
          </a:pPr>
          <a:r>
            <a:rPr lang="en-US" sz="1100" kern="1200" smtClean="0"/>
            <a:t>forecast demand</a:t>
          </a:r>
          <a:endParaRPr lang="en-IN" sz="1100" kern="1200"/>
        </a:p>
        <a:p>
          <a:pPr marL="57150" lvl="1" indent="-57150" algn="l" defTabSz="488950" rtl="0">
            <a:lnSpc>
              <a:spcPct val="90000"/>
            </a:lnSpc>
            <a:spcBef>
              <a:spcPct val="0"/>
            </a:spcBef>
            <a:spcAft>
              <a:spcPct val="15000"/>
            </a:spcAft>
            <a:buChar char="••"/>
          </a:pPr>
          <a:r>
            <a:rPr lang="en-US" sz="1100" kern="1200" smtClean="0"/>
            <a:t>manage logistics</a:t>
          </a:r>
          <a:endParaRPr lang="en-IN" sz="1100" kern="1200"/>
        </a:p>
        <a:p>
          <a:pPr marL="57150" lvl="1" indent="-57150" algn="l" defTabSz="488950" rtl="0">
            <a:lnSpc>
              <a:spcPct val="90000"/>
            </a:lnSpc>
            <a:spcBef>
              <a:spcPct val="0"/>
            </a:spcBef>
            <a:spcAft>
              <a:spcPct val="15000"/>
            </a:spcAft>
            <a:buChar char="••"/>
          </a:pPr>
          <a:r>
            <a:rPr lang="en-US" sz="1100" kern="1200" smtClean="0"/>
            <a:t>ensure timely deliveries</a:t>
          </a:r>
          <a:endParaRPr lang="en-IN" sz="1100" kern="1200"/>
        </a:p>
        <a:p>
          <a:pPr marL="57150" lvl="1" indent="-57150" algn="l" defTabSz="488950" rtl="0">
            <a:lnSpc>
              <a:spcPct val="90000"/>
            </a:lnSpc>
            <a:spcBef>
              <a:spcPct val="0"/>
            </a:spcBef>
            <a:spcAft>
              <a:spcPct val="15000"/>
            </a:spcAft>
            <a:buChar char="••"/>
          </a:pPr>
          <a:r>
            <a:rPr lang="en-US" sz="1100" kern="1200" smtClean="0"/>
            <a:t>This reduces costs and enhances overall supply chain reliability.</a:t>
          </a:r>
          <a:endParaRPr lang="en-IN" sz="1100" kern="1200"/>
        </a:p>
      </dsp:txBody>
      <dsp:txXfrm rot="-5400000">
        <a:off x="1465017" y="66408"/>
        <a:ext cx="6605479" cy="122755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EF9B76-8CD0-4A07-B0E3-9BB55755ADFA}">
      <dsp:nvSpPr>
        <dsp:cNvPr id="0" name=""/>
        <dsp:cNvSpPr/>
      </dsp:nvSpPr>
      <dsp:spPr>
        <a:xfrm rot="5400000">
          <a:off x="-318548" y="318548"/>
          <a:ext cx="2123658" cy="1486560"/>
        </a:xfrm>
        <a:prstGeom prst="chevron">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en-US" sz="1400" b="1" kern="1200" smtClean="0"/>
            <a:t>7. Enhancing Security and Managing Risks</a:t>
          </a:r>
          <a:endParaRPr lang="en-IN" sz="1400" kern="1200"/>
        </a:p>
      </dsp:txBody>
      <dsp:txXfrm rot="-5400000">
        <a:off x="1" y="743279"/>
        <a:ext cx="1486560" cy="637098"/>
      </dsp:txXfrm>
    </dsp:sp>
    <dsp:sp modelId="{AB9FAB0B-5E64-4510-8D7A-6531C4DBC801}">
      <dsp:nvSpPr>
        <dsp:cNvPr id="0" name=""/>
        <dsp:cNvSpPr/>
      </dsp:nvSpPr>
      <dsp:spPr>
        <a:xfrm rot="5400000">
          <a:off x="4193551" y="-2706990"/>
          <a:ext cx="1380377" cy="6794359"/>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78232" tIns="6985" rIns="6985" bIns="6985" numCol="1" spcCol="1270" anchor="ctr" anchorCtr="0">
          <a:noAutofit/>
        </a:bodyPr>
        <a:lstStyle/>
        <a:p>
          <a:pPr marL="57150" lvl="1" indent="-57150" algn="l" defTabSz="488950" rtl="0">
            <a:lnSpc>
              <a:spcPct val="90000"/>
            </a:lnSpc>
            <a:spcBef>
              <a:spcPct val="0"/>
            </a:spcBef>
            <a:spcAft>
              <a:spcPct val="15000"/>
            </a:spcAft>
            <a:buChar char="••"/>
          </a:pPr>
          <a:r>
            <a:rPr lang="en-US" sz="1100" kern="1200" smtClean="0"/>
            <a:t>As businesses rely more on digital operations, cybersecurity becomes crucial.</a:t>
          </a:r>
          <a:br>
            <a:rPr lang="en-US" sz="1100" kern="1200" smtClean="0"/>
          </a:br>
          <a:r>
            <a:rPr lang="en-US" sz="1100" kern="1200" smtClean="0"/>
            <a:t>IT professionals implement:</a:t>
          </a:r>
          <a:endParaRPr lang="en-IN" sz="1100" kern="1200"/>
        </a:p>
        <a:p>
          <a:pPr marL="57150" lvl="1" indent="-57150" algn="l" defTabSz="488950" rtl="0">
            <a:lnSpc>
              <a:spcPct val="90000"/>
            </a:lnSpc>
            <a:spcBef>
              <a:spcPct val="0"/>
            </a:spcBef>
            <a:spcAft>
              <a:spcPct val="15000"/>
            </a:spcAft>
            <a:buChar char="••"/>
          </a:pPr>
          <a:r>
            <a:rPr lang="en-US" sz="1100" kern="1200" smtClean="0"/>
            <a:t>firewalls</a:t>
          </a:r>
          <a:endParaRPr lang="en-IN" sz="1100" kern="1200"/>
        </a:p>
        <a:p>
          <a:pPr marL="57150" lvl="1" indent="-57150" algn="l" defTabSz="488950" rtl="0">
            <a:lnSpc>
              <a:spcPct val="90000"/>
            </a:lnSpc>
            <a:spcBef>
              <a:spcPct val="0"/>
            </a:spcBef>
            <a:spcAft>
              <a:spcPct val="15000"/>
            </a:spcAft>
            <a:buChar char="••"/>
          </a:pPr>
          <a:r>
            <a:rPr lang="en-US" sz="1100" kern="1200" smtClean="0"/>
            <a:t>encryption</a:t>
          </a:r>
          <a:endParaRPr lang="en-IN" sz="1100" kern="1200"/>
        </a:p>
        <a:p>
          <a:pPr marL="57150" lvl="1" indent="-57150" algn="l" defTabSz="488950" rtl="0">
            <a:lnSpc>
              <a:spcPct val="90000"/>
            </a:lnSpc>
            <a:spcBef>
              <a:spcPct val="0"/>
            </a:spcBef>
            <a:spcAft>
              <a:spcPct val="15000"/>
            </a:spcAft>
            <a:buChar char="••"/>
          </a:pPr>
          <a:r>
            <a:rPr lang="en-US" sz="1100" kern="1200" smtClean="0"/>
            <a:t>intrusion detection systems</a:t>
          </a:r>
          <a:endParaRPr lang="en-IN" sz="1100" kern="1200"/>
        </a:p>
        <a:p>
          <a:pPr marL="57150" lvl="1" indent="-57150" algn="l" defTabSz="488950" rtl="0">
            <a:lnSpc>
              <a:spcPct val="90000"/>
            </a:lnSpc>
            <a:spcBef>
              <a:spcPct val="0"/>
            </a:spcBef>
            <a:spcAft>
              <a:spcPct val="15000"/>
            </a:spcAft>
            <a:buChar char="••"/>
          </a:pPr>
          <a:r>
            <a:rPr lang="en-US" sz="1100" kern="1200" smtClean="0"/>
            <a:t>access controls</a:t>
          </a:r>
          <a:endParaRPr lang="en-IN" sz="1100" kern="1200"/>
        </a:p>
        <a:p>
          <a:pPr marL="57150" lvl="1" indent="-57150" algn="l" defTabSz="488950" rtl="0">
            <a:lnSpc>
              <a:spcPct val="90000"/>
            </a:lnSpc>
            <a:spcBef>
              <a:spcPct val="0"/>
            </a:spcBef>
            <a:spcAft>
              <a:spcPct val="15000"/>
            </a:spcAft>
            <a:buChar char="••"/>
          </a:pPr>
          <a:r>
            <a:rPr lang="en-US" sz="1100" kern="1200" smtClean="0"/>
            <a:t>to protect sensitive data, safeguard business continuity, and maintain customer trust.</a:t>
          </a:r>
          <a:endParaRPr lang="en-IN" sz="1100" kern="1200"/>
        </a:p>
      </dsp:txBody>
      <dsp:txXfrm rot="-5400000">
        <a:off x="1486560" y="67385"/>
        <a:ext cx="6726975" cy="124560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59940A-C348-4DB2-B565-94325FDCB389}">
      <dsp:nvSpPr>
        <dsp:cNvPr id="0" name=""/>
        <dsp:cNvSpPr/>
      </dsp:nvSpPr>
      <dsp:spPr>
        <a:xfrm rot="5400000">
          <a:off x="-304908" y="304908"/>
          <a:ext cx="2032724" cy="1422906"/>
        </a:xfrm>
        <a:prstGeom prst="chevron">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rtl="0">
            <a:lnSpc>
              <a:spcPct val="90000"/>
            </a:lnSpc>
            <a:spcBef>
              <a:spcPct val="0"/>
            </a:spcBef>
            <a:spcAft>
              <a:spcPct val="35000"/>
            </a:spcAft>
          </a:pPr>
          <a:r>
            <a:rPr lang="en-US" sz="2000" b="1" kern="1200" smtClean="0"/>
            <a:t>8. Reducing Costs</a:t>
          </a:r>
          <a:endParaRPr lang="en-IN" sz="2000" kern="1200"/>
        </a:p>
      </dsp:txBody>
      <dsp:txXfrm rot="-5400000">
        <a:off x="1" y="711452"/>
        <a:ext cx="1422906" cy="609818"/>
      </dsp:txXfrm>
    </dsp:sp>
    <dsp:sp modelId="{167F6847-DF9B-42A6-B482-5E826B66FE04}">
      <dsp:nvSpPr>
        <dsp:cNvPr id="0" name=""/>
        <dsp:cNvSpPr/>
      </dsp:nvSpPr>
      <dsp:spPr>
        <a:xfrm rot="5400000">
          <a:off x="4155274" y="-2732367"/>
          <a:ext cx="1321270" cy="6786005"/>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rtl="0">
            <a:lnSpc>
              <a:spcPct val="90000"/>
            </a:lnSpc>
            <a:spcBef>
              <a:spcPct val="0"/>
            </a:spcBef>
            <a:spcAft>
              <a:spcPct val="15000"/>
            </a:spcAft>
            <a:buChar char="••"/>
          </a:pPr>
          <a:r>
            <a:rPr lang="en-US" sz="1200" kern="1200" smtClean="0"/>
            <a:t>Although IT requires initial investment, it leads to long-term savings through:</a:t>
          </a:r>
          <a:endParaRPr lang="en-IN" sz="1200" kern="1200"/>
        </a:p>
        <a:p>
          <a:pPr marL="114300" lvl="1" indent="-114300" algn="l" defTabSz="533400" rtl="0">
            <a:lnSpc>
              <a:spcPct val="90000"/>
            </a:lnSpc>
            <a:spcBef>
              <a:spcPct val="0"/>
            </a:spcBef>
            <a:spcAft>
              <a:spcPct val="15000"/>
            </a:spcAft>
            <a:buChar char="••"/>
          </a:pPr>
          <a:r>
            <a:rPr lang="en-US" sz="1200" kern="1200" smtClean="0"/>
            <a:t>automation</a:t>
          </a:r>
          <a:endParaRPr lang="en-IN" sz="1200" kern="1200"/>
        </a:p>
        <a:p>
          <a:pPr marL="114300" lvl="1" indent="-114300" algn="l" defTabSz="533400" rtl="0">
            <a:lnSpc>
              <a:spcPct val="90000"/>
            </a:lnSpc>
            <a:spcBef>
              <a:spcPct val="0"/>
            </a:spcBef>
            <a:spcAft>
              <a:spcPct val="15000"/>
            </a:spcAft>
            <a:buChar char="••"/>
          </a:pPr>
          <a:r>
            <a:rPr lang="en-US" sz="1200" kern="1200" smtClean="0"/>
            <a:t>reduced labor costs</a:t>
          </a:r>
          <a:endParaRPr lang="en-IN" sz="1200" kern="1200"/>
        </a:p>
        <a:p>
          <a:pPr marL="114300" lvl="1" indent="-114300" algn="l" defTabSz="533400" rtl="0">
            <a:lnSpc>
              <a:spcPct val="90000"/>
            </a:lnSpc>
            <a:spcBef>
              <a:spcPct val="0"/>
            </a:spcBef>
            <a:spcAft>
              <a:spcPct val="15000"/>
            </a:spcAft>
            <a:buChar char="••"/>
          </a:pPr>
          <a:r>
            <a:rPr lang="en-US" sz="1200" kern="1200" smtClean="0"/>
            <a:t>efficient data handling</a:t>
          </a:r>
          <a:endParaRPr lang="en-IN" sz="1200" kern="1200"/>
        </a:p>
        <a:p>
          <a:pPr marL="114300" lvl="1" indent="-114300" algn="l" defTabSz="533400" rtl="0">
            <a:lnSpc>
              <a:spcPct val="90000"/>
            </a:lnSpc>
            <a:spcBef>
              <a:spcPct val="0"/>
            </a:spcBef>
            <a:spcAft>
              <a:spcPct val="15000"/>
            </a:spcAft>
            <a:buChar char="••"/>
          </a:pPr>
          <a:r>
            <a:rPr lang="en-US" sz="1200" kern="1200" smtClean="0"/>
            <a:t>cloud computing (reducing need for physical hardware)</a:t>
          </a:r>
          <a:endParaRPr lang="en-IN" sz="1200" kern="1200"/>
        </a:p>
        <a:p>
          <a:pPr marL="114300" lvl="1" indent="-114300" algn="l" defTabSz="533400" rtl="0">
            <a:lnSpc>
              <a:spcPct val="90000"/>
            </a:lnSpc>
            <a:spcBef>
              <a:spcPct val="0"/>
            </a:spcBef>
            <a:spcAft>
              <a:spcPct val="15000"/>
            </a:spcAft>
            <a:buChar char="••"/>
          </a:pPr>
          <a:r>
            <a:rPr lang="en-US" sz="1200" kern="1200" smtClean="0"/>
            <a:t>Overall, IT helps businesses operate more cost-effectively.</a:t>
          </a:r>
          <a:endParaRPr lang="en-IN" sz="1200" kern="1200"/>
        </a:p>
      </dsp:txBody>
      <dsp:txXfrm rot="-5400000">
        <a:off x="1422907" y="64499"/>
        <a:ext cx="6721506" cy="1192272"/>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r>
              <a:rPr lang="en-IN" smtClean="0"/>
              <a:t>20-11-2025</a:t>
            </a:r>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8FF2944-2D87-4CDA-B7E9-95801560F718}" type="slidenum">
              <a:rPr lang="en-IN" smtClean="0"/>
              <a:t>‹#›</a:t>
            </a:fld>
            <a:endParaRPr lang="en-IN"/>
          </a:p>
        </p:txBody>
      </p:sp>
    </p:spTree>
    <p:extLst>
      <p:ext uri="{BB962C8B-B14F-4D97-AF65-F5344CB8AC3E}">
        <p14:creationId xmlns:p14="http://schemas.microsoft.com/office/powerpoint/2010/main" val="585661816"/>
      </p:ext>
    </p:extLst>
  </p:cSld>
  <p:clrMap bg1="lt1" tx1="dk1" bg2="lt2" tx2="dk2" accent1="accent1" accent2="accent2" accent3="accent3" accent4="accent4" accent5="accent5" accent6="accent6" hlink="hlink" folHlink="folHlink"/>
  <p:hf sldNum="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r>
              <a:rPr lang="en-IN" smtClean="0"/>
              <a:t>20-11-2025</a:t>
            </a:r>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A8D405-1F32-4D5E-AE6D-21905A4EC529}" type="slidenum">
              <a:rPr lang="en-IN" smtClean="0"/>
              <a:t>‹#›</a:t>
            </a:fld>
            <a:endParaRPr lang="en-IN"/>
          </a:p>
        </p:txBody>
      </p:sp>
    </p:spTree>
    <p:extLst>
      <p:ext uri="{BB962C8B-B14F-4D97-AF65-F5344CB8AC3E}">
        <p14:creationId xmlns:p14="http://schemas.microsoft.com/office/powerpoint/2010/main" val="4248282641"/>
      </p:ext>
    </p:extLst>
  </p:cSld>
  <p:clrMap bg1="lt1" tx1="dk1" bg2="lt2" tx2="dk2" accent1="accent1" accent2="accent2" accent3="accent3" accent4="accent4" accent5="accent5" accent6="accent6" hlink="hlink" folHlink="folHlink"/>
  <p:hf sldNum="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5" name="Date Placeholder 4"/>
          <p:cNvSpPr>
            <a:spLocks noGrp="1"/>
          </p:cNvSpPr>
          <p:nvPr>
            <p:ph type="dt" idx="11"/>
          </p:nvPr>
        </p:nvSpPr>
        <p:spPr/>
        <p:txBody>
          <a:bodyPr/>
          <a:lstStyle/>
          <a:p>
            <a:r>
              <a:rPr lang="en-IN" smtClean="0"/>
              <a:t>20-11-2025</a:t>
            </a:r>
            <a:endParaRPr lang="en-IN"/>
          </a:p>
        </p:txBody>
      </p:sp>
      <p:sp>
        <p:nvSpPr>
          <p:cNvPr id="6" name="Header Placeholder 5"/>
          <p:cNvSpPr>
            <a:spLocks noGrp="1"/>
          </p:cNvSpPr>
          <p:nvPr>
            <p:ph type="hdr" sz="quarter" idx="12"/>
          </p:nvPr>
        </p:nvSpPr>
        <p:spPr/>
        <p:txBody>
          <a:bodyPr/>
          <a:lstStyle/>
          <a:p>
            <a:endParaRPr lang="en-IN"/>
          </a:p>
        </p:txBody>
      </p:sp>
    </p:spTree>
    <p:extLst>
      <p:ext uri="{BB962C8B-B14F-4D97-AF65-F5344CB8AC3E}">
        <p14:creationId xmlns:p14="http://schemas.microsoft.com/office/powerpoint/2010/main" val="210164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C31C6DA-75F3-4451-9B29-BEF5AE85E20E}"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3E192D-0A31-41E0-ACBC-4B7D131717A3}" type="slidenum">
              <a:rPr lang="en-IN" smtClean="0"/>
              <a:t>‹#›</a:t>
            </a:fld>
            <a:endParaRPr lang="en-IN"/>
          </a:p>
        </p:txBody>
      </p:sp>
    </p:spTree>
    <p:extLst>
      <p:ext uri="{BB962C8B-B14F-4D97-AF65-F5344CB8AC3E}">
        <p14:creationId xmlns:p14="http://schemas.microsoft.com/office/powerpoint/2010/main" val="739930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C31C6DA-75F3-4451-9B29-BEF5AE85E20E}"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3E192D-0A31-41E0-ACBC-4B7D131717A3}" type="slidenum">
              <a:rPr lang="en-IN" smtClean="0"/>
              <a:t>‹#›</a:t>
            </a:fld>
            <a:endParaRPr lang="en-IN"/>
          </a:p>
        </p:txBody>
      </p:sp>
    </p:spTree>
    <p:extLst>
      <p:ext uri="{BB962C8B-B14F-4D97-AF65-F5344CB8AC3E}">
        <p14:creationId xmlns:p14="http://schemas.microsoft.com/office/powerpoint/2010/main" val="717938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C31C6DA-75F3-4451-9B29-BEF5AE85E20E}"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3E192D-0A31-41E0-ACBC-4B7D131717A3}" type="slidenum">
              <a:rPr lang="en-IN" smtClean="0"/>
              <a:t>‹#›</a:t>
            </a:fld>
            <a:endParaRPr lang="en-IN"/>
          </a:p>
        </p:txBody>
      </p:sp>
    </p:spTree>
    <p:extLst>
      <p:ext uri="{BB962C8B-B14F-4D97-AF65-F5344CB8AC3E}">
        <p14:creationId xmlns:p14="http://schemas.microsoft.com/office/powerpoint/2010/main" val="1000297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C31C6DA-75F3-4451-9B29-BEF5AE85E20E}"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3E192D-0A31-41E0-ACBC-4B7D131717A3}" type="slidenum">
              <a:rPr lang="en-IN" smtClean="0"/>
              <a:t>‹#›</a:t>
            </a:fld>
            <a:endParaRPr lang="en-IN"/>
          </a:p>
        </p:txBody>
      </p:sp>
    </p:spTree>
    <p:extLst>
      <p:ext uri="{BB962C8B-B14F-4D97-AF65-F5344CB8AC3E}">
        <p14:creationId xmlns:p14="http://schemas.microsoft.com/office/powerpoint/2010/main" val="4291543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C31C6DA-75F3-4451-9B29-BEF5AE85E20E}" type="datetimeFigureOut">
              <a:rPr lang="en-IN" smtClean="0"/>
              <a:t>23-11-2025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B3E192D-0A31-41E0-ACBC-4B7D131717A3}" type="slidenum">
              <a:rPr lang="en-IN" smtClean="0"/>
              <a:t>‹#›</a:t>
            </a:fld>
            <a:endParaRPr lang="en-IN"/>
          </a:p>
        </p:txBody>
      </p:sp>
    </p:spTree>
    <p:extLst>
      <p:ext uri="{BB962C8B-B14F-4D97-AF65-F5344CB8AC3E}">
        <p14:creationId xmlns:p14="http://schemas.microsoft.com/office/powerpoint/2010/main" val="1617720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C31C6DA-75F3-4451-9B29-BEF5AE85E20E}" type="datetimeFigureOut">
              <a:rPr lang="en-IN" smtClean="0"/>
              <a:t>23-11-2025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B3E192D-0A31-41E0-ACBC-4B7D131717A3}" type="slidenum">
              <a:rPr lang="en-IN" smtClean="0"/>
              <a:t>‹#›</a:t>
            </a:fld>
            <a:endParaRPr lang="en-IN"/>
          </a:p>
        </p:txBody>
      </p:sp>
    </p:spTree>
    <p:extLst>
      <p:ext uri="{BB962C8B-B14F-4D97-AF65-F5344CB8AC3E}">
        <p14:creationId xmlns:p14="http://schemas.microsoft.com/office/powerpoint/2010/main" val="53546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31C6DA-75F3-4451-9B29-BEF5AE85E20E}" type="datetimeFigureOut">
              <a:rPr lang="en-IN" smtClean="0"/>
              <a:t>23-11-2025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B3E192D-0A31-41E0-ACBC-4B7D131717A3}" type="slidenum">
              <a:rPr lang="en-IN" smtClean="0"/>
              <a:t>‹#›</a:t>
            </a:fld>
            <a:endParaRPr lang="en-IN"/>
          </a:p>
        </p:txBody>
      </p:sp>
    </p:spTree>
    <p:extLst>
      <p:ext uri="{BB962C8B-B14F-4D97-AF65-F5344CB8AC3E}">
        <p14:creationId xmlns:p14="http://schemas.microsoft.com/office/powerpoint/2010/main" val="2189570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31C6DA-75F3-4451-9B29-BEF5AE85E20E}"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3E192D-0A31-41E0-ACBC-4B7D131717A3}" type="slidenum">
              <a:rPr lang="en-IN" smtClean="0"/>
              <a:t>‹#›</a:t>
            </a:fld>
            <a:endParaRPr lang="en-IN"/>
          </a:p>
        </p:txBody>
      </p:sp>
    </p:spTree>
    <p:extLst>
      <p:ext uri="{BB962C8B-B14F-4D97-AF65-F5344CB8AC3E}">
        <p14:creationId xmlns:p14="http://schemas.microsoft.com/office/powerpoint/2010/main" val="2828462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31C6DA-75F3-4451-9B29-BEF5AE85E20E}"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3E192D-0A31-41E0-ACBC-4B7D131717A3}" type="slidenum">
              <a:rPr lang="en-IN" smtClean="0"/>
              <a:t>‹#›</a:t>
            </a:fld>
            <a:endParaRPr lang="en-IN"/>
          </a:p>
        </p:txBody>
      </p:sp>
    </p:spTree>
    <p:extLst>
      <p:ext uri="{BB962C8B-B14F-4D97-AF65-F5344CB8AC3E}">
        <p14:creationId xmlns:p14="http://schemas.microsoft.com/office/powerpoint/2010/main" val="3816551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C31C6DA-75F3-4451-9B29-BEF5AE85E20E}"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3E192D-0A31-41E0-ACBC-4B7D131717A3}" type="slidenum">
              <a:rPr lang="en-IN" smtClean="0"/>
              <a:t>‹#›</a:t>
            </a:fld>
            <a:endParaRPr lang="en-IN"/>
          </a:p>
        </p:txBody>
      </p:sp>
    </p:spTree>
    <p:extLst>
      <p:ext uri="{BB962C8B-B14F-4D97-AF65-F5344CB8AC3E}">
        <p14:creationId xmlns:p14="http://schemas.microsoft.com/office/powerpoint/2010/main" val="506609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C31C6DA-75F3-4451-9B29-BEF5AE85E20E}"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3E192D-0A31-41E0-ACBC-4B7D131717A3}" type="slidenum">
              <a:rPr lang="en-IN" smtClean="0"/>
              <a:t>‹#›</a:t>
            </a:fld>
            <a:endParaRPr lang="en-IN"/>
          </a:p>
        </p:txBody>
      </p:sp>
    </p:spTree>
    <p:extLst>
      <p:ext uri="{BB962C8B-B14F-4D97-AF65-F5344CB8AC3E}">
        <p14:creationId xmlns:p14="http://schemas.microsoft.com/office/powerpoint/2010/main" val="3335877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31C6DA-75F3-4451-9B29-BEF5AE85E20E}" type="datetimeFigureOut">
              <a:rPr lang="en-IN" smtClean="0"/>
              <a:t>23-11-2025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3E192D-0A31-41E0-ACBC-4B7D131717A3}" type="slidenum">
              <a:rPr lang="en-IN" smtClean="0"/>
              <a:t>‹#›</a:t>
            </a:fld>
            <a:endParaRPr lang="en-IN"/>
          </a:p>
        </p:txBody>
      </p:sp>
    </p:spTree>
    <p:extLst>
      <p:ext uri="{BB962C8B-B14F-4D97-AF65-F5344CB8AC3E}">
        <p14:creationId xmlns:p14="http://schemas.microsoft.com/office/powerpoint/2010/main" val="3833760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7.xml"/><Relationship Id="rId13" Type="http://schemas.openxmlformats.org/officeDocument/2006/relationships/diagramLayout" Target="../diagrams/layout8.xml"/><Relationship Id="rId3" Type="http://schemas.openxmlformats.org/officeDocument/2006/relationships/diagramLayout" Target="../diagrams/layout6.xml"/><Relationship Id="rId7" Type="http://schemas.openxmlformats.org/officeDocument/2006/relationships/diagramData" Target="../diagrams/data7.xml"/><Relationship Id="rId12" Type="http://schemas.openxmlformats.org/officeDocument/2006/relationships/diagramData" Target="../diagrams/data8.xml"/><Relationship Id="rId2" Type="http://schemas.openxmlformats.org/officeDocument/2006/relationships/diagramData" Target="../diagrams/data6.xml"/><Relationship Id="rId16" Type="http://schemas.microsoft.com/office/2007/relationships/diagramDrawing" Target="../diagrams/drawing8.xml"/><Relationship Id="rId1" Type="http://schemas.openxmlformats.org/officeDocument/2006/relationships/slideLayout" Target="../slideLayouts/slideLayout7.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5" Type="http://schemas.openxmlformats.org/officeDocument/2006/relationships/diagramColors" Target="../diagrams/colors8.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 Id="rId14" Type="http://schemas.openxmlformats.org/officeDocument/2006/relationships/diagramQuickStyle" Target="../diagrams/quickStyle8.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10.xml"/><Relationship Id="rId13" Type="http://schemas.openxmlformats.org/officeDocument/2006/relationships/diagramLayout" Target="../diagrams/layout11.xml"/><Relationship Id="rId3" Type="http://schemas.openxmlformats.org/officeDocument/2006/relationships/diagramLayout" Target="../diagrams/layout9.xml"/><Relationship Id="rId7" Type="http://schemas.openxmlformats.org/officeDocument/2006/relationships/diagramData" Target="../diagrams/data10.xml"/><Relationship Id="rId12" Type="http://schemas.openxmlformats.org/officeDocument/2006/relationships/diagramData" Target="../diagrams/data11.xml"/><Relationship Id="rId2" Type="http://schemas.openxmlformats.org/officeDocument/2006/relationships/diagramData" Target="../diagrams/data9.xml"/><Relationship Id="rId16" Type="http://schemas.microsoft.com/office/2007/relationships/diagramDrawing" Target="../diagrams/drawing11.xml"/><Relationship Id="rId1" Type="http://schemas.openxmlformats.org/officeDocument/2006/relationships/slideLayout" Target="../slideLayouts/slideLayout7.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5" Type="http://schemas.openxmlformats.org/officeDocument/2006/relationships/diagramColors" Target="../diagrams/colors11.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 Id="rId14" Type="http://schemas.openxmlformats.org/officeDocument/2006/relationships/diagramQuickStyle" Target="../diagrams/quickStyl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Enterprise_resource_planning?utm_source=chatgpt.com" TargetMode="External"/><Relationship Id="rId2" Type="http://schemas.openxmlformats.org/officeDocument/2006/relationships/hyperlink" Target="https://www.microsoft.com/en-in/dynamics-365/resources/what-is-erp?utm_source=chatgpt.com" TargetMode="Externa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hyperlink" Target="https://themba.institute/management-control-systems/enterprise-resource-planning-erp/?utm_source=chatgpt.com" TargetMode="External"/><Relationship Id="rId2" Type="http://schemas.openxmlformats.org/officeDocument/2006/relationships/hyperlink" Target="https://www.priority-software.com/resources/what-is-erp/?utm_source=chatgpt.com" TargetMode="External"/><Relationship Id="rId1" Type="http://schemas.openxmlformats.org/officeDocument/2006/relationships/slideLayout" Target="../slideLayouts/slideLayout8.xml"/><Relationship Id="rId5" Type="http://schemas.openxmlformats.org/officeDocument/2006/relationships/hyperlink" Target="https://www.financestrategists.com/financial-advisor/business-planning/enterprise-resource-planning-erp/?utm_source=chatgpt.com" TargetMode="External"/><Relationship Id="rId4" Type="http://schemas.openxmlformats.org/officeDocument/2006/relationships/hyperlink" Target="https://www.nerdheadz.com/blog/enterprise-resource-planning-erp-definition-components?utm_source=chatgpt.com"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ieengineer.com/what-is-enterprise-resource-planning/?utm_source=chatgpt.com" TargetMode="External"/><Relationship Id="rId2" Type="http://schemas.openxmlformats.org/officeDocument/2006/relationships/hyperlink" Target="https://www.surekhatech.com/blog/introduction-to-enterprise-resources-planning-and-its-business-benefits?utm_source=chatgpt.com" TargetMode="External"/><Relationship Id="rId1" Type="http://schemas.openxmlformats.org/officeDocument/2006/relationships/slideLayout" Target="../slideLayouts/slideLayout8.xml"/><Relationship Id="rId6" Type="http://schemas.openxmlformats.org/officeDocument/2006/relationships/hyperlink" Target="https://www.apcas.ac.in/download/downloads/1711211132536749.pdf?utm_source=chatgpt.com" TargetMode="External"/><Relationship Id="rId5" Type="http://schemas.openxmlformats.org/officeDocument/2006/relationships/hyperlink" Target="https://www.priority-software.com/resources/what-is-erp/?utm_source=chatgpt.com" TargetMode="External"/><Relationship Id="rId4" Type="http://schemas.openxmlformats.org/officeDocument/2006/relationships/hyperlink" Target="https://www.ibm.com/think/insights/enterprise-resource-planning-advantages-disadvantages?utm_source=chatgpt.com"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ibm.com/think/insights/enterprise-resource-planning-advantages-disadvantages?utm_source=chatgpt.com" TargetMode="External"/><Relationship Id="rId2" Type="http://schemas.openxmlformats.org/officeDocument/2006/relationships/hyperlink" Target="https://www.sendfromchina.com/NewsCenter/what-is-erp-enterprise-resource-planning.html?utm_source=chatgpt.com" TargetMode="External"/><Relationship Id="rId1" Type="http://schemas.openxmlformats.org/officeDocument/2006/relationships/slideLayout" Target="../slideLayouts/slideLayout2.xml"/><Relationship Id="rId6" Type="http://schemas.openxmlformats.org/officeDocument/2006/relationships/hyperlink" Target="https://www.financestrategists.com/financial-advisor/business-planning/enterprise-resource-planning-erp/?utm_source=chatgpt.com" TargetMode="External"/><Relationship Id="rId5" Type="http://schemas.openxmlformats.org/officeDocument/2006/relationships/hyperlink" Target="https://www.weclapp.com/en/erp/?utm_source=chatgpt.com" TargetMode="External"/><Relationship Id="rId4" Type="http://schemas.openxmlformats.org/officeDocument/2006/relationships/hyperlink" Target="https://themba.institute/management-control-systems/enterprise-resource-planning-erp/?utm_source=chatgpt.com"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weclapp.com/en/erp/?utm_source=chatgpt.com" TargetMode="External"/><Relationship Id="rId2" Type="http://schemas.openxmlformats.org/officeDocument/2006/relationships/hyperlink" Target="https://themba.institute/management-control-systems/enterprise-resource-planning-erp/?utm_source=chatgpt.com" TargetMode="Externa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smtClean="0">
                <a:solidFill>
                  <a:srgbClr val="FF0000"/>
                </a:solidFill>
              </a:rPr>
              <a:t>IT(Information Technology)</a:t>
            </a:r>
            <a:endParaRPr lang="en-IN" b="1" dirty="0">
              <a:solidFill>
                <a:srgbClr val="FF0000"/>
              </a:solidFill>
            </a:endParaRPr>
          </a:p>
        </p:txBody>
      </p:sp>
      <p:sp>
        <p:nvSpPr>
          <p:cNvPr id="3" name="Subtitle 2"/>
          <p:cNvSpPr>
            <a:spLocks noGrp="1"/>
          </p:cNvSpPr>
          <p:nvPr>
            <p:ph type="subTitle" idx="1"/>
          </p:nvPr>
        </p:nvSpPr>
        <p:spPr/>
        <p:txBody>
          <a:bodyPr/>
          <a:lstStyle/>
          <a:p>
            <a:r>
              <a:rPr lang="en-IN" dirty="0" smtClean="0"/>
              <a:t>MODULE 1</a:t>
            </a:r>
            <a:endParaRPr lang="en-IN" dirty="0"/>
          </a:p>
        </p:txBody>
      </p:sp>
    </p:spTree>
    <p:extLst>
      <p:ext uri="{BB962C8B-B14F-4D97-AF65-F5344CB8AC3E}">
        <p14:creationId xmlns:p14="http://schemas.microsoft.com/office/powerpoint/2010/main" val="4098072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u="sng" dirty="0" smtClean="0"/>
              <a:t>What Is Information Technology (IT)?</a:t>
            </a:r>
            <a:endParaRPr lang="en-IN" i="1" u="sng"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51026639"/>
              </p:ext>
            </p:extLst>
          </p:nvPr>
        </p:nvGraphicFramePr>
        <p:xfrm>
          <a:off x="457200" y="1556792"/>
          <a:ext cx="8229600" cy="45693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7970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2343437981"/>
              </p:ext>
            </p:extLst>
          </p:nvPr>
        </p:nvGraphicFramePr>
        <p:xfrm>
          <a:off x="107504" y="44624"/>
          <a:ext cx="8928992" cy="66247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2049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906696311"/>
              </p:ext>
            </p:extLst>
          </p:nvPr>
        </p:nvGraphicFramePr>
        <p:xfrm>
          <a:off x="107504" y="116632"/>
          <a:ext cx="8928992" cy="66247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93171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u="sng" dirty="0" smtClean="0"/>
              <a:t>Role of Information Technology (IT) in Modern Business</a:t>
            </a:r>
            <a:endParaRPr lang="en-IN" b="1" i="1" u="sng" dirty="0"/>
          </a:p>
        </p:txBody>
      </p:sp>
      <p:graphicFrame>
        <p:nvGraphicFramePr>
          <p:cNvPr id="14" name="Diagram 13"/>
          <p:cNvGraphicFramePr/>
          <p:nvPr>
            <p:extLst>
              <p:ext uri="{D42A27DB-BD31-4B8C-83A1-F6EECF244321}">
                <p14:modId xmlns:p14="http://schemas.microsoft.com/office/powerpoint/2010/main" val="3643185173"/>
              </p:ext>
            </p:extLst>
          </p:nvPr>
        </p:nvGraphicFramePr>
        <p:xfrm>
          <a:off x="536880" y="1556792"/>
          <a:ext cx="8067567" cy="25853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5" name="Diagram 14"/>
          <p:cNvGraphicFramePr/>
          <p:nvPr>
            <p:extLst>
              <p:ext uri="{D42A27DB-BD31-4B8C-83A1-F6EECF244321}">
                <p14:modId xmlns:p14="http://schemas.microsoft.com/office/powerpoint/2010/main" val="3975445677"/>
              </p:ext>
            </p:extLst>
          </p:nvPr>
        </p:nvGraphicFramePr>
        <p:xfrm>
          <a:off x="467544" y="4077072"/>
          <a:ext cx="8136904" cy="269856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94867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957086209"/>
              </p:ext>
            </p:extLst>
          </p:nvPr>
        </p:nvGraphicFramePr>
        <p:xfrm>
          <a:off x="395536" y="268944"/>
          <a:ext cx="8280920" cy="20799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883718260"/>
              </p:ext>
            </p:extLst>
          </p:nvPr>
        </p:nvGraphicFramePr>
        <p:xfrm>
          <a:off x="395536" y="2708921"/>
          <a:ext cx="8352928" cy="194421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7" name="Diagram 6"/>
          <p:cNvGraphicFramePr/>
          <p:nvPr>
            <p:extLst>
              <p:ext uri="{D42A27DB-BD31-4B8C-83A1-F6EECF244321}">
                <p14:modId xmlns:p14="http://schemas.microsoft.com/office/powerpoint/2010/main" val="3744501663"/>
              </p:ext>
            </p:extLst>
          </p:nvPr>
        </p:nvGraphicFramePr>
        <p:xfrm>
          <a:off x="395536" y="4869160"/>
          <a:ext cx="8568952" cy="188138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355190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3753196496"/>
              </p:ext>
            </p:extLst>
          </p:nvPr>
        </p:nvGraphicFramePr>
        <p:xfrm>
          <a:off x="467544" y="260648"/>
          <a:ext cx="8136904" cy="20928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549245275"/>
              </p:ext>
            </p:extLst>
          </p:nvPr>
        </p:nvGraphicFramePr>
        <p:xfrm>
          <a:off x="467544" y="2276872"/>
          <a:ext cx="8280920" cy="212365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7" name="Diagram 6"/>
          <p:cNvGraphicFramePr/>
          <p:nvPr>
            <p:extLst>
              <p:ext uri="{D42A27DB-BD31-4B8C-83A1-F6EECF244321}">
                <p14:modId xmlns:p14="http://schemas.microsoft.com/office/powerpoint/2010/main" val="2079710787"/>
              </p:ext>
            </p:extLst>
          </p:nvPr>
        </p:nvGraphicFramePr>
        <p:xfrm>
          <a:off x="467544" y="4437113"/>
          <a:ext cx="8208912" cy="2032724"/>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160145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a:t>Enterprise Resource Planning (ERP)</a:t>
            </a:r>
          </a:p>
        </p:txBody>
      </p:sp>
      <p:sp>
        <p:nvSpPr>
          <p:cNvPr id="3" name="Subtitle 2"/>
          <p:cNvSpPr>
            <a:spLocks noGrp="1"/>
          </p:cNvSpPr>
          <p:nvPr>
            <p:ph type="subTitle" idx="1"/>
          </p:nvPr>
        </p:nvSpPr>
        <p:spPr/>
        <p:txBody>
          <a:bodyPr/>
          <a:lstStyle/>
          <a:p>
            <a:r>
              <a:rPr lang="en-US" dirty="0"/>
              <a:t>An Overview of ERP, Its Benefits &amp; Challenges</a:t>
            </a:r>
            <a:endParaRPr lang="en-IN" dirty="0"/>
          </a:p>
        </p:txBody>
      </p:sp>
    </p:spTree>
    <p:extLst>
      <p:ext uri="{BB962C8B-B14F-4D97-AF65-F5344CB8AC3E}">
        <p14:creationId xmlns:p14="http://schemas.microsoft.com/office/powerpoint/2010/main" val="429297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3008313" cy="1162050"/>
          </a:xfrm>
        </p:spPr>
        <p:txBody>
          <a:bodyPr anchor="t">
            <a:noAutofit/>
          </a:bodyPr>
          <a:lstStyle/>
          <a:p>
            <a:r>
              <a:rPr lang="en-IN" sz="2400" u="sng" dirty="0">
                <a:solidFill>
                  <a:srgbClr val="FF0000"/>
                </a:solidFill>
              </a:rPr>
              <a:t>Enterprise Resource Planning (ERP)</a:t>
            </a:r>
          </a:p>
        </p:txBody>
      </p:sp>
      <p:sp>
        <p:nvSpPr>
          <p:cNvPr id="3" name="Content Placeholder 2"/>
          <p:cNvSpPr>
            <a:spLocks noGrp="1"/>
          </p:cNvSpPr>
          <p:nvPr>
            <p:ph idx="1"/>
          </p:nvPr>
        </p:nvSpPr>
        <p:spPr>
          <a:xfrm>
            <a:off x="3563888" y="260648"/>
            <a:ext cx="5111750" cy="6192688"/>
          </a:xfrm>
        </p:spPr>
        <p:txBody>
          <a:bodyPr>
            <a:normAutofit/>
          </a:bodyPr>
          <a:lstStyle/>
          <a:p>
            <a:r>
              <a:rPr lang="en-IN" sz="1800" dirty="0" smtClean="0"/>
              <a:t>ERP stands </a:t>
            </a:r>
            <a:r>
              <a:rPr lang="en-IN" sz="1800" dirty="0"/>
              <a:t>for </a:t>
            </a:r>
            <a:r>
              <a:rPr lang="en-IN" sz="1800" i="1" dirty="0"/>
              <a:t>Enterprise Resource Planning</a:t>
            </a:r>
            <a:r>
              <a:rPr lang="en-IN" sz="1800" dirty="0" smtClean="0"/>
              <a:t>.</a:t>
            </a:r>
          </a:p>
          <a:p>
            <a:r>
              <a:rPr lang="en-US" sz="1800" dirty="0"/>
              <a:t>It is a system that integrates all core business functions — like finance, HR, inventory, sales, and operations — into a single unified platform. </a:t>
            </a:r>
            <a:r>
              <a:rPr lang="en-US" sz="1800" dirty="0" smtClean="0">
                <a:hlinkClick r:id="rId2"/>
              </a:rPr>
              <a:t>Microsoft+2Themba Institute+2</a:t>
            </a:r>
            <a:endParaRPr lang="en-US" sz="1800" dirty="0" smtClean="0"/>
          </a:p>
          <a:p>
            <a:r>
              <a:rPr lang="en-US" sz="1800" dirty="0"/>
              <a:t>Uses a </a:t>
            </a:r>
            <a:r>
              <a:rPr lang="en-US" sz="1800" b="1" dirty="0"/>
              <a:t>centralized database</a:t>
            </a:r>
            <a:r>
              <a:rPr lang="en-US" sz="1800" dirty="0"/>
              <a:t> that allows different departments to access the same, up-to-date information. </a:t>
            </a:r>
            <a:r>
              <a:rPr lang="en-US" sz="1800" dirty="0" smtClean="0">
                <a:hlinkClick r:id="rId2"/>
              </a:rPr>
              <a:t>Microsoft+1</a:t>
            </a:r>
            <a:endParaRPr lang="en-US" sz="1800" dirty="0" smtClean="0"/>
          </a:p>
          <a:p>
            <a:r>
              <a:rPr lang="en-US" sz="1800" dirty="0"/>
              <a:t>Can be deployed </a:t>
            </a:r>
            <a:r>
              <a:rPr lang="en-US" sz="1800" b="1" dirty="0" err="1"/>
              <a:t>on-premise</a:t>
            </a:r>
            <a:r>
              <a:rPr lang="en-US" sz="1800" dirty="0"/>
              <a:t> (company servers) or </a:t>
            </a:r>
            <a:r>
              <a:rPr lang="en-US" sz="1800" b="1" dirty="0"/>
              <a:t>in the cloud</a:t>
            </a:r>
            <a:r>
              <a:rPr lang="en-US" sz="1800" dirty="0"/>
              <a:t>, depending on business needs. </a:t>
            </a:r>
            <a:r>
              <a:rPr lang="en-US" sz="1800" dirty="0" smtClean="0">
                <a:hlinkClick r:id="rId3"/>
              </a:rPr>
              <a:t>Wikipedia+1</a:t>
            </a:r>
            <a:endParaRPr lang="en-US" sz="1800" dirty="0" smtClean="0"/>
          </a:p>
          <a:p>
            <a:pPr marL="0" indent="0">
              <a:buNone/>
            </a:pPr>
            <a:r>
              <a:rPr lang="en-US" sz="1800" dirty="0"/>
              <a:t>“In simple terms, ERP is a software system that brings many business operations into one place. Imagine having one app for finance, HR, inventory, and more — that’s what ERP does. It uses a shared database so that everyone works with the same data. Businesses can run ERP on their own servers or use cloud-based solutions, depending on what suits them best.”</a:t>
            </a:r>
            <a:endParaRPr lang="en-IN" sz="1800" dirty="0"/>
          </a:p>
        </p:txBody>
      </p:sp>
      <p:sp>
        <p:nvSpPr>
          <p:cNvPr id="4" name="Text Placeholder 3"/>
          <p:cNvSpPr>
            <a:spLocks noGrp="1"/>
          </p:cNvSpPr>
          <p:nvPr>
            <p:ph type="body" sz="half" idx="2"/>
          </p:nvPr>
        </p:nvSpPr>
        <p:spPr/>
        <p:txBody>
          <a:bodyPr>
            <a:normAutofit/>
          </a:bodyPr>
          <a:lstStyle/>
          <a:p>
            <a:r>
              <a:rPr lang="en-US" sz="1600" b="1" i="1" dirty="0">
                <a:solidFill>
                  <a:srgbClr val="0070C0"/>
                </a:solidFill>
              </a:rPr>
              <a:t>An Overview of ERP, Its Benefits &amp; Challenges</a:t>
            </a:r>
            <a:endParaRPr lang="en-IN" sz="1600" b="1" i="1" dirty="0">
              <a:solidFill>
                <a:srgbClr val="0070C0"/>
              </a:solidFill>
            </a:endParaRPr>
          </a:p>
          <a:p>
            <a:endParaRPr lang="en-IN" sz="1600" b="1" i="1" dirty="0" smtClean="0">
              <a:solidFill>
                <a:srgbClr val="0070C0"/>
              </a:solidFill>
            </a:endParaRPr>
          </a:p>
          <a:p>
            <a:r>
              <a:rPr lang="en-US" sz="1600" b="1" i="1" dirty="0">
                <a:solidFill>
                  <a:srgbClr val="0070C0"/>
                </a:solidFill>
              </a:rPr>
              <a:t>“In summary, ERP is more than just software — it’s a business strategy. When done right, ERP helps companies run better, faster, and more collaboratively. Yes, it’s a big investment, but the payoff in terms of efficiency and decision-making makes it worthwhile. With a structured approach and good execution, ERP can transform how an organization works.”</a:t>
            </a:r>
            <a:endParaRPr lang="en-IN" sz="1600" b="1" i="1" dirty="0">
              <a:solidFill>
                <a:srgbClr val="0070C0"/>
              </a:solidFill>
            </a:endParaRPr>
          </a:p>
        </p:txBody>
      </p:sp>
    </p:spTree>
    <p:extLst>
      <p:ext uri="{BB962C8B-B14F-4D97-AF65-F5344CB8AC3E}">
        <p14:creationId xmlns:p14="http://schemas.microsoft.com/office/powerpoint/2010/main" val="2085755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ctr"/>
            <a:r>
              <a:rPr lang="en-IN" sz="2400" u="sng" dirty="0">
                <a:solidFill>
                  <a:srgbClr val="FF0000"/>
                </a:solidFill>
              </a:rPr>
              <a:t>Components of ERP</a:t>
            </a:r>
          </a:p>
        </p:txBody>
      </p:sp>
      <p:sp>
        <p:nvSpPr>
          <p:cNvPr id="3" name="Content Placeholder 2"/>
          <p:cNvSpPr>
            <a:spLocks noGrp="1"/>
          </p:cNvSpPr>
          <p:nvPr>
            <p:ph idx="1"/>
          </p:nvPr>
        </p:nvSpPr>
        <p:spPr>
          <a:xfrm>
            <a:off x="3575050" y="273050"/>
            <a:ext cx="5111750" cy="6468318"/>
          </a:xfrm>
        </p:spPr>
        <p:txBody>
          <a:bodyPr>
            <a:noAutofit/>
          </a:bodyPr>
          <a:lstStyle/>
          <a:p>
            <a:r>
              <a:rPr lang="en-US" sz="1800" b="1" dirty="0"/>
              <a:t>Integration:</a:t>
            </a:r>
            <a:r>
              <a:rPr lang="en-US" sz="1800" dirty="0"/>
              <a:t> Links different departments to share data </a:t>
            </a:r>
            <a:r>
              <a:rPr lang="en-US" sz="1800" dirty="0" smtClean="0"/>
              <a:t>seamlessly</a:t>
            </a:r>
            <a:r>
              <a:rPr lang="en-US" sz="1800" dirty="0"/>
              <a:t>. </a:t>
            </a:r>
            <a:r>
              <a:rPr lang="en-US" sz="1800" dirty="0">
                <a:hlinkClick r:id="rId2"/>
              </a:rPr>
              <a:t>Priority </a:t>
            </a:r>
            <a:r>
              <a:rPr lang="en-US" sz="1800" dirty="0" smtClean="0">
                <a:hlinkClick r:id="rId2"/>
              </a:rPr>
              <a:t>Software+1</a:t>
            </a:r>
            <a:endParaRPr lang="en-US" sz="1800" dirty="0" smtClean="0"/>
          </a:p>
          <a:p>
            <a:r>
              <a:rPr lang="en-US" sz="1800" b="1" dirty="0"/>
              <a:t>Process Automation:</a:t>
            </a:r>
            <a:r>
              <a:rPr lang="en-US" sz="1800" dirty="0"/>
              <a:t> Automates repetitive tasks such as order processing, invoicing, or payroll. </a:t>
            </a:r>
            <a:r>
              <a:rPr lang="en-US" sz="1800" dirty="0" err="1">
                <a:hlinkClick r:id="rId3"/>
              </a:rPr>
              <a:t>Themba</a:t>
            </a:r>
            <a:r>
              <a:rPr lang="en-US" sz="1800" dirty="0">
                <a:hlinkClick r:id="rId3"/>
              </a:rPr>
              <a:t> </a:t>
            </a:r>
            <a:r>
              <a:rPr lang="en-US" sz="1800" dirty="0" smtClean="0">
                <a:hlinkClick r:id="rId3"/>
              </a:rPr>
              <a:t>Institute</a:t>
            </a:r>
            <a:endParaRPr lang="en-US" sz="1800" dirty="0" smtClean="0"/>
          </a:p>
          <a:p>
            <a:r>
              <a:rPr lang="en-US" sz="1800" b="1" dirty="0"/>
              <a:t>Real-Time Information &amp; Reporting:</a:t>
            </a:r>
            <a:r>
              <a:rPr lang="en-US" sz="1800" dirty="0"/>
              <a:t> Provides live dashboards and reports based on up-to-date data. </a:t>
            </a:r>
            <a:r>
              <a:rPr lang="en-US" sz="1800" dirty="0" smtClean="0">
                <a:hlinkClick r:id="rId4"/>
              </a:rPr>
              <a:t>NerdHeadz+1</a:t>
            </a:r>
            <a:endParaRPr lang="en-US" sz="1800" dirty="0" smtClean="0"/>
          </a:p>
          <a:p>
            <a:r>
              <a:rPr lang="en-US" sz="1800" b="1" dirty="0"/>
              <a:t>Scalability:</a:t>
            </a:r>
            <a:r>
              <a:rPr lang="en-US" sz="1800" dirty="0"/>
              <a:t> Modular structure lets companies grow and add more modules (e.g., </a:t>
            </a:r>
            <a:r>
              <a:rPr lang="en-US" sz="1800" dirty="0" smtClean="0"/>
              <a:t>manufacturing</a:t>
            </a:r>
            <a:r>
              <a:rPr lang="en-US" sz="1800" dirty="0"/>
              <a:t>, CRM) when needed. </a:t>
            </a:r>
            <a:r>
              <a:rPr lang="en-US" sz="1800" dirty="0" err="1" smtClean="0">
                <a:hlinkClick r:id="rId4"/>
              </a:rPr>
              <a:t>NerdHeadz</a:t>
            </a:r>
            <a:endParaRPr lang="en-US" sz="1800" dirty="0" smtClean="0"/>
          </a:p>
          <a:p>
            <a:r>
              <a:rPr lang="en-US" sz="1800" b="1" dirty="0"/>
              <a:t>Compliance &amp; Control:</a:t>
            </a:r>
            <a:r>
              <a:rPr lang="en-US" sz="1800" dirty="0"/>
              <a:t> Helps in maintaining financial control and regulatory compliance. </a:t>
            </a:r>
            <a:r>
              <a:rPr lang="en-US" sz="1800" dirty="0">
                <a:hlinkClick r:id="rId5"/>
              </a:rPr>
              <a:t>Finance </a:t>
            </a:r>
            <a:r>
              <a:rPr lang="en-US" sz="1800" dirty="0" smtClean="0">
                <a:hlinkClick r:id="rId5"/>
              </a:rPr>
              <a:t>Strategists</a:t>
            </a:r>
            <a:endParaRPr lang="en-US" sz="1800" dirty="0" smtClean="0"/>
          </a:p>
          <a:p>
            <a:pPr marL="0" indent="0">
              <a:buNone/>
            </a:pPr>
            <a:r>
              <a:rPr lang="en-US" sz="1600" dirty="0"/>
              <a:t>“ERP systems do more than just store data. They integrate all business functions so teams don’t work in silos. They also automate many tasks — for example, instead of manually entering invoices, the system can do it. Because all data is in one system, you get real-time reports that help in decision making. ERPs are scalable — you can start small and add modules as your business grows. Also, they support compliance by providing reliable financial data and control.”</a:t>
            </a:r>
            <a:endParaRPr lang="en-IN" sz="1600" dirty="0"/>
          </a:p>
        </p:txBody>
      </p:sp>
      <p:sp>
        <p:nvSpPr>
          <p:cNvPr id="4" name="Text Placeholder 3"/>
          <p:cNvSpPr>
            <a:spLocks noGrp="1"/>
          </p:cNvSpPr>
          <p:nvPr>
            <p:ph type="body" sz="half" idx="2"/>
          </p:nvPr>
        </p:nvSpPr>
        <p:spPr/>
        <p:txBody>
          <a:bodyPr/>
          <a:lstStyle/>
          <a:p>
            <a:endParaRPr lang="en-IN" dirty="0"/>
          </a:p>
        </p:txBody>
      </p:sp>
    </p:spTree>
    <p:extLst>
      <p:ext uri="{BB962C8B-B14F-4D97-AF65-F5344CB8AC3E}">
        <p14:creationId xmlns:p14="http://schemas.microsoft.com/office/powerpoint/2010/main" val="1402392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r>
              <a:rPr lang="en-IN" sz="2400" u="sng" dirty="0">
                <a:solidFill>
                  <a:srgbClr val="FF0000"/>
                </a:solidFill>
              </a:rPr>
              <a:t>Major Benefits of ERP</a:t>
            </a:r>
          </a:p>
        </p:txBody>
      </p:sp>
      <p:sp>
        <p:nvSpPr>
          <p:cNvPr id="3" name="Content Placeholder 2"/>
          <p:cNvSpPr>
            <a:spLocks noGrp="1"/>
          </p:cNvSpPr>
          <p:nvPr>
            <p:ph idx="1"/>
          </p:nvPr>
        </p:nvSpPr>
        <p:spPr>
          <a:xfrm>
            <a:off x="3575050" y="273050"/>
            <a:ext cx="5111750" cy="6468318"/>
          </a:xfrm>
        </p:spPr>
        <p:txBody>
          <a:bodyPr>
            <a:normAutofit fontScale="92500" lnSpcReduction="20000"/>
          </a:bodyPr>
          <a:lstStyle/>
          <a:p>
            <a:r>
              <a:rPr lang="en-US" sz="1800" b="1" dirty="0"/>
              <a:t>Improved Efficiency &amp; Productivity:</a:t>
            </a:r>
            <a:r>
              <a:rPr lang="en-US" sz="1800" dirty="0"/>
              <a:t> Less manual work, fewer duplicates, faster workflows. </a:t>
            </a:r>
            <a:r>
              <a:rPr lang="en-US" sz="1800" dirty="0" err="1">
                <a:hlinkClick r:id="rId2"/>
              </a:rPr>
              <a:t>Surekha</a:t>
            </a:r>
            <a:r>
              <a:rPr lang="en-US" sz="1800" dirty="0">
                <a:hlinkClick r:id="rId2"/>
              </a:rPr>
              <a:t> Technologies+1</a:t>
            </a:r>
            <a:endParaRPr lang="en-US" sz="1800" dirty="0"/>
          </a:p>
          <a:p>
            <a:r>
              <a:rPr lang="en-US" sz="1800" b="1" dirty="0"/>
              <a:t>Better Decision-Making:</a:t>
            </a:r>
            <a:r>
              <a:rPr lang="en-US" sz="1800" dirty="0"/>
              <a:t> Real-time insights and consolidated data help leaders make informed choices. </a:t>
            </a:r>
            <a:r>
              <a:rPr lang="en-US" sz="1800" dirty="0">
                <a:hlinkClick r:id="rId3"/>
              </a:rPr>
              <a:t>IE </a:t>
            </a:r>
            <a:r>
              <a:rPr lang="en-US" sz="1800" dirty="0" smtClean="0">
                <a:hlinkClick r:id="rId3"/>
              </a:rPr>
              <a:t>Engineer</a:t>
            </a:r>
            <a:endParaRPr lang="en-US" sz="1800" dirty="0" smtClean="0"/>
          </a:p>
          <a:p>
            <a:r>
              <a:rPr lang="en-US" sz="1800" b="1" dirty="0"/>
              <a:t>Cost Reduction:</a:t>
            </a:r>
            <a:r>
              <a:rPr lang="en-US" sz="1800" dirty="0"/>
              <a:t> Reduces IT costs, training costs, and operational costs over time. </a:t>
            </a:r>
            <a:r>
              <a:rPr lang="en-US" sz="1800" dirty="0" smtClean="0">
                <a:hlinkClick r:id="rId4"/>
              </a:rPr>
              <a:t>IBM+1</a:t>
            </a:r>
            <a:endParaRPr lang="en-US" sz="1800" dirty="0" smtClean="0"/>
          </a:p>
          <a:p>
            <a:r>
              <a:rPr lang="en-US" sz="1800" b="1" dirty="0"/>
              <a:t>Enhanced Collaboration:</a:t>
            </a:r>
            <a:r>
              <a:rPr lang="en-US" sz="1800" dirty="0"/>
              <a:t> Shared data base improves communication and cooperation </a:t>
            </a:r>
            <a:r>
              <a:rPr lang="en-US" sz="1800" dirty="0" smtClean="0"/>
              <a:t>between </a:t>
            </a:r>
            <a:r>
              <a:rPr lang="en-US" sz="1800" dirty="0"/>
              <a:t>departments. </a:t>
            </a:r>
            <a:r>
              <a:rPr lang="en-US" sz="1800" dirty="0">
                <a:hlinkClick r:id="rId5"/>
              </a:rPr>
              <a:t>Priority </a:t>
            </a:r>
            <a:r>
              <a:rPr lang="en-US" sz="1800" dirty="0" smtClean="0">
                <a:hlinkClick r:id="rId5"/>
              </a:rPr>
              <a:t>Software</a:t>
            </a:r>
            <a:endParaRPr lang="en-US" sz="1800" dirty="0" smtClean="0"/>
          </a:p>
          <a:p>
            <a:r>
              <a:rPr lang="en-US" sz="1800" b="1" dirty="0"/>
              <a:t>Global Integration:</a:t>
            </a:r>
            <a:r>
              <a:rPr lang="en-US" sz="1800" dirty="0"/>
              <a:t> Works across locations and geographies, helping multinational organizations. </a:t>
            </a:r>
            <a:r>
              <a:rPr lang="en-US" sz="1800" dirty="0" err="1">
                <a:hlinkClick r:id="rId6"/>
              </a:rPr>
              <a:t>Adhiparasakthi</a:t>
            </a:r>
            <a:r>
              <a:rPr lang="en-US" sz="1800" dirty="0">
                <a:hlinkClick r:id="rId6"/>
              </a:rPr>
              <a:t> </a:t>
            </a:r>
            <a:r>
              <a:rPr lang="en-US" sz="1800" dirty="0" smtClean="0">
                <a:hlinkClick r:id="rId6"/>
              </a:rPr>
              <a:t>College</a:t>
            </a:r>
            <a:endParaRPr lang="en-US" sz="1800" dirty="0" smtClean="0"/>
          </a:p>
          <a:p>
            <a:endParaRPr lang="en-US" sz="1800" dirty="0" smtClean="0"/>
          </a:p>
          <a:p>
            <a:pPr marL="0" indent="0">
              <a:buNone/>
            </a:pPr>
            <a:r>
              <a:rPr lang="en-US" sz="1900" dirty="0"/>
              <a:t>“ERP provides several advantages. It boosts efficiency by automating routine tasks and reducing errors. Decision-making becomes easier and faster because you have a single source of accurate data. In the long run, it reduces costs — not just because of automation but because you don’t need so many different systems. With everyone working off the same data, collaboration is much smoother. For global companies, ERP can integrate operations across countries, making data flow seamlessly across borders.”</a:t>
            </a:r>
            <a:endParaRPr lang="en-IN" sz="1900" dirty="0"/>
          </a:p>
        </p:txBody>
      </p:sp>
      <p:sp>
        <p:nvSpPr>
          <p:cNvPr id="4" name="Text Placeholder 3"/>
          <p:cNvSpPr>
            <a:spLocks noGrp="1"/>
          </p:cNvSpPr>
          <p:nvPr>
            <p:ph type="body" sz="half" idx="2"/>
          </p:nvPr>
        </p:nvSpPr>
        <p:spPr/>
        <p:txBody>
          <a:bodyPr/>
          <a:lstStyle/>
          <a:p>
            <a:endParaRPr lang="en-IN" dirty="0"/>
          </a:p>
        </p:txBody>
      </p:sp>
    </p:spTree>
    <p:extLst>
      <p:ext uri="{BB962C8B-B14F-4D97-AF65-F5344CB8AC3E}">
        <p14:creationId xmlns:p14="http://schemas.microsoft.com/office/powerpoint/2010/main" val="488992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normAutofit fontScale="90000"/>
          </a:bodyPr>
          <a:lstStyle/>
          <a:p>
            <a:r>
              <a:rPr lang="en-US" b="1" u="sng" dirty="0">
                <a:solidFill>
                  <a:srgbClr val="FF0000"/>
                </a:solidFill>
              </a:rPr>
              <a:t>Challenges &amp; Risks of ERP Implementation</a:t>
            </a:r>
            <a:endParaRPr lang="en-IN" b="1" u="sng" dirty="0">
              <a:solidFill>
                <a:srgbClr val="FF0000"/>
              </a:solidFill>
            </a:endParaRPr>
          </a:p>
        </p:txBody>
      </p:sp>
      <p:sp>
        <p:nvSpPr>
          <p:cNvPr id="3" name="Content Placeholder 2"/>
          <p:cNvSpPr>
            <a:spLocks noGrp="1"/>
          </p:cNvSpPr>
          <p:nvPr>
            <p:ph idx="1"/>
          </p:nvPr>
        </p:nvSpPr>
        <p:spPr>
          <a:xfrm>
            <a:off x="457200" y="1340768"/>
            <a:ext cx="8229600" cy="5400600"/>
          </a:xfrm>
        </p:spPr>
        <p:txBody>
          <a:bodyPr>
            <a:normAutofit/>
          </a:bodyPr>
          <a:lstStyle/>
          <a:p>
            <a:r>
              <a:rPr lang="en-US" sz="1800" b="1" dirty="0"/>
              <a:t>High Implementation Costs:</a:t>
            </a:r>
            <a:r>
              <a:rPr lang="en-US" sz="1800" dirty="0"/>
              <a:t> ERP requires large investments — software, infrastructure, training. </a:t>
            </a:r>
            <a:r>
              <a:rPr lang="en-US" sz="1800" dirty="0" smtClean="0">
                <a:hlinkClick r:id="rId2"/>
              </a:rPr>
              <a:t>SendfromChina.SFC+1</a:t>
            </a:r>
            <a:endParaRPr lang="en-US" sz="1800" dirty="0" smtClean="0"/>
          </a:p>
          <a:p>
            <a:r>
              <a:rPr lang="en-US" sz="1800" b="1" dirty="0"/>
              <a:t>Complex Deployment:</a:t>
            </a:r>
            <a:r>
              <a:rPr lang="en-US" sz="1800" dirty="0"/>
              <a:t> ERP is complex and may take months or even years to implement fully. </a:t>
            </a:r>
            <a:r>
              <a:rPr lang="en-US" sz="1800" dirty="0">
                <a:hlinkClick r:id="rId3"/>
              </a:rPr>
              <a:t>IBM</a:t>
            </a:r>
            <a:endParaRPr lang="en-US" sz="1800" dirty="0"/>
          </a:p>
          <a:p>
            <a:r>
              <a:rPr lang="en-US" sz="1800" b="1" dirty="0"/>
              <a:t>Change Management:</a:t>
            </a:r>
            <a:r>
              <a:rPr lang="en-US" sz="1800" dirty="0"/>
              <a:t> Employees may resist the new system; training and cultural change are needed. </a:t>
            </a:r>
            <a:r>
              <a:rPr lang="en-US" sz="1800" dirty="0" err="1">
                <a:hlinkClick r:id="rId4"/>
              </a:rPr>
              <a:t>Themba</a:t>
            </a:r>
            <a:r>
              <a:rPr lang="en-US" sz="1800" dirty="0">
                <a:hlinkClick r:id="rId4"/>
              </a:rPr>
              <a:t> </a:t>
            </a:r>
            <a:r>
              <a:rPr lang="en-US" sz="1800" dirty="0" smtClean="0">
                <a:hlinkClick r:id="rId4"/>
              </a:rPr>
              <a:t>Institute</a:t>
            </a:r>
            <a:endParaRPr lang="en-US" sz="1800" dirty="0" smtClean="0"/>
          </a:p>
          <a:p>
            <a:r>
              <a:rPr lang="en-US" sz="1800" b="1" dirty="0"/>
              <a:t>Customization Issues:</a:t>
            </a:r>
            <a:r>
              <a:rPr lang="en-US" sz="1800" dirty="0"/>
              <a:t> Too much customization can make the system difficult to maintain and upgrade. </a:t>
            </a:r>
            <a:r>
              <a:rPr lang="en-US" sz="1800" dirty="0" err="1" smtClean="0">
                <a:hlinkClick r:id="rId5"/>
              </a:rPr>
              <a:t>Weclapp</a:t>
            </a:r>
            <a:endParaRPr lang="en-US" sz="1800" dirty="0" smtClean="0"/>
          </a:p>
          <a:p>
            <a:r>
              <a:rPr lang="en-US" sz="1800" b="1" dirty="0"/>
              <a:t>Data Migration Challenges:</a:t>
            </a:r>
            <a:r>
              <a:rPr lang="en-US" sz="1800" dirty="0"/>
              <a:t> Moving data from legacy systems into the ERP database can be time-consuming and risky. </a:t>
            </a:r>
            <a:r>
              <a:rPr lang="en-US" sz="1800" dirty="0">
                <a:hlinkClick r:id="rId6"/>
              </a:rPr>
              <a:t>Finance </a:t>
            </a:r>
            <a:r>
              <a:rPr lang="en-US" sz="1800" dirty="0" smtClean="0">
                <a:hlinkClick r:id="rId6"/>
              </a:rPr>
              <a:t>Strategists</a:t>
            </a:r>
            <a:endParaRPr lang="en-US" sz="1800" dirty="0" smtClean="0"/>
          </a:p>
          <a:p>
            <a:r>
              <a:rPr lang="en-US" sz="1800" dirty="0"/>
              <a:t>“While ERP has great benefits, it’s not easy to implement. The upfront costs can be very high — not just for the software, but for hardware, consultants, and staff training. The implementation process is often long and complex. Because ERP changes how people work, there can be resistance from employees, so change management is crucial. Customizing the system to exactly match business needs can make future upgrades hard. Finally, migrating existing data into the ERP system is a critical step that can create problems if not handled correctly.”</a:t>
            </a:r>
            <a:endParaRPr lang="en-IN" sz="1800" dirty="0"/>
          </a:p>
        </p:txBody>
      </p:sp>
    </p:spTree>
    <p:extLst>
      <p:ext uri="{BB962C8B-B14F-4D97-AF65-F5344CB8AC3E}">
        <p14:creationId xmlns:p14="http://schemas.microsoft.com/office/powerpoint/2010/main" val="4256156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u="sng" dirty="0">
                <a:solidFill>
                  <a:srgbClr val="FF0000"/>
                </a:solidFill>
              </a:rPr>
              <a:t>Best Practices for Effective ERP Implementation</a:t>
            </a:r>
          </a:p>
        </p:txBody>
      </p:sp>
      <p:sp>
        <p:nvSpPr>
          <p:cNvPr id="3" name="Content Placeholder 2"/>
          <p:cNvSpPr>
            <a:spLocks noGrp="1"/>
          </p:cNvSpPr>
          <p:nvPr>
            <p:ph sz="half" idx="1"/>
          </p:nvPr>
        </p:nvSpPr>
        <p:spPr/>
        <p:txBody>
          <a:bodyPr>
            <a:normAutofit/>
          </a:bodyPr>
          <a:lstStyle/>
          <a:p>
            <a:r>
              <a:rPr lang="en-US" sz="1600" b="1" i="1" dirty="0"/>
              <a:t>Set Clear Goals:</a:t>
            </a:r>
            <a:r>
              <a:rPr lang="en-US" sz="1600" i="1" dirty="0"/>
              <a:t> Define what you want to achieve (cost savings, efficiency, better data) before </a:t>
            </a:r>
            <a:r>
              <a:rPr lang="en-US" sz="1600" i="1" dirty="0" smtClean="0"/>
              <a:t>starting.</a:t>
            </a:r>
          </a:p>
          <a:p>
            <a:r>
              <a:rPr lang="en-US" sz="1600" b="1" i="1" dirty="0"/>
              <a:t>Use a Phased Approach:</a:t>
            </a:r>
            <a:r>
              <a:rPr lang="en-US" sz="1600" i="1" dirty="0"/>
              <a:t> Implement modules step by step (e.g., first Finance, then HR</a:t>
            </a:r>
            <a:r>
              <a:rPr lang="en-US" sz="1600" i="1" dirty="0" smtClean="0"/>
              <a:t>).</a:t>
            </a:r>
          </a:p>
          <a:p>
            <a:r>
              <a:rPr lang="en-US" sz="1600" b="1" i="1" dirty="0"/>
              <a:t>Train Users Well:</a:t>
            </a:r>
            <a:r>
              <a:rPr lang="en-US" sz="1600" i="1" dirty="0"/>
              <a:t> Provide proper training and support to all employees. </a:t>
            </a:r>
            <a:r>
              <a:rPr lang="en-US" sz="1600" i="1" dirty="0" err="1">
                <a:hlinkClick r:id="rId2"/>
              </a:rPr>
              <a:t>Themba</a:t>
            </a:r>
            <a:r>
              <a:rPr lang="en-US" sz="1600" i="1" dirty="0">
                <a:hlinkClick r:id="rId2"/>
              </a:rPr>
              <a:t> </a:t>
            </a:r>
            <a:r>
              <a:rPr lang="en-US" sz="1600" i="1" dirty="0" smtClean="0">
                <a:hlinkClick r:id="rId2"/>
              </a:rPr>
              <a:t>Institute</a:t>
            </a:r>
            <a:endParaRPr lang="en-US" sz="1600" i="1" dirty="0" smtClean="0"/>
          </a:p>
          <a:p>
            <a:r>
              <a:rPr lang="en-US" sz="1600" b="1" i="1" dirty="0"/>
              <a:t>Choose the Right Vendor:</a:t>
            </a:r>
            <a:r>
              <a:rPr lang="en-US" sz="1600" i="1" dirty="0"/>
              <a:t> Select a vendor who understands your business and can support customization. </a:t>
            </a:r>
            <a:r>
              <a:rPr lang="en-US" sz="1600" i="1" dirty="0" err="1" smtClean="0">
                <a:hlinkClick r:id="rId3"/>
              </a:rPr>
              <a:t>Weclapp</a:t>
            </a:r>
            <a:endParaRPr lang="en-US" sz="1600" i="1" dirty="0" smtClean="0"/>
          </a:p>
          <a:p>
            <a:r>
              <a:rPr lang="en-US" sz="1600" b="1" i="1" dirty="0"/>
              <a:t>Monitor &amp; Review:</a:t>
            </a:r>
            <a:r>
              <a:rPr lang="en-US" sz="1600" i="1" dirty="0"/>
              <a:t> Continuously track usage, ROI, and system performance; make improvements.</a:t>
            </a:r>
            <a:endParaRPr lang="en-IN" sz="1600" i="1" dirty="0"/>
          </a:p>
        </p:txBody>
      </p:sp>
      <p:sp>
        <p:nvSpPr>
          <p:cNvPr id="4" name="Content Placeholder 3"/>
          <p:cNvSpPr>
            <a:spLocks noGrp="1"/>
          </p:cNvSpPr>
          <p:nvPr>
            <p:ph sz="half" idx="2"/>
          </p:nvPr>
        </p:nvSpPr>
        <p:spPr>
          <a:xfrm>
            <a:off x="5004048" y="1600200"/>
            <a:ext cx="3682752" cy="5069160"/>
          </a:xfrm>
        </p:spPr>
        <p:txBody>
          <a:bodyPr>
            <a:normAutofit/>
          </a:bodyPr>
          <a:lstStyle/>
          <a:p>
            <a:pPr marL="0" indent="0">
              <a:buNone/>
            </a:pPr>
            <a:r>
              <a:rPr lang="en-US" sz="1800" b="1" dirty="0" smtClean="0"/>
              <a:t>“To </a:t>
            </a:r>
            <a:r>
              <a:rPr lang="en-US" sz="1800" b="1" dirty="0"/>
              <a:t>make ERP implementation successful, you need a good plan. Start by setting clear, measurable objectives. Rather than launching all modules at once, going in phases reduces risk. Training is very important — if people don’t know how to use ERP, it fails. Choosing the right vendor is crucial; they should understand your business needs. Finally, after implementation, you should constantly monitor how the system is being used, check the ROI, and optimize where needed.”</a:t>
            </a:r>
            <a:endParaRPr lang="en-IN" sz="1800" b="1" dirty="0"/>
          </a:p>
        </p:txBody>
      </p:sp>
    </p:spTree>
    <p:extLst>
      <p:ext uri="{BB962C8B-B14F-4D97-AF65-F5344CB8AC3E}">
        <p14:creationId xmlns:p14="http://schemas.microsoft.com/office/powerpoint/2010/main" val="3564637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a:t>What is CRM?</a:t>
            </a:r>
            <a:endParaRPr lang="en-IN" dirty="0"/>
          </a:p>
        </p:txBody>
      </p:sp>
      <p:sp>
        <p:nvSpPr>
          <p:cNvPr id="3" name="Subtitle 2"/>
          <p:cNvSpPr>
            <a:spLocks noGrp="1"/>
          </p:cNvSpPr>
          <p:nvPr>
            <p:ph type="subTitle" idx="1"/>
          </p:nvPr>
        </p:nvSpPr>
        <p:spPr/>
        <p:txBody>
          <a:bodyPr/>
          <a:lstStyle/>
          <a:p>
            <a:r>
              <a:rPr lang="en-IN" dirty="0"/>
              <a:t>(Customer Relationship Management)</a:t>
            </a:r>
          </a:p>
        </p:txBody>
      </p:sp>
    </p:spTree>
    <p:extLst>
      <p:ext uri="{BB962C8B-B14F-4D97-AF65-F5344CB8AC3E}">
        <p14:creationId xmlns:p14="http://schemas.microsoft.com/office/powerpoint/2010/main" val="3317904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ctr"/>
            <a:r>
              <a:rPr lang="en-IN" sz="3600" u="sng" dirty="0">
                <a:solidFill>
                  <a:srgbClr val="FF0000"/>
                </a:solidFill>
              </a:rPr>
              <a:t>CRM </a:t>
            </a:r>
          </a:p>
        </p:txBody>
      </p:sp>
      <p:sp>
        <p:nvSpPr>
          <p:cNvPr id="3" name="Content Placeholder 2"/>
          <p:cNvSpPr>
            <a:spLocks noGrp="1"/>
          </p:cNvSpPr>
          <p:nvPr>
            <p:ph idx="1"/>
          </p:nvPr>
        </p:nvSpPr>
        <p:spPr/>
        <p:txBody>
          <a:bodyPr/>
          <a:lstStyle/>
          <a:p>
            <a:pPr marL="0" indent="0" algn="r">
              <a:buNone/>
            </a:pPr>
            <a:r>
              <a:rPr lang="en-IN" b="1" dirty="0"/>
              <a:t>Main Goals of </a:t>
            </a:r>
            <a:r>
              <a:rPr lang="en-IN" b="1" dirty="0" smtClean="0"/>
              <a:t>CRM</a:t>
            </a:r>
          </a:p>
          <a:p>
            <a:r>
              <a:rPr lang="en-US" sz="2000" dirty="0"/>
              <a:t>Improve </a:t>
            </a:r>
            <a:r>
              <a:rPr lang="en-US" sz="2000" dirty="0" smtClean="0"/>
              <a:t>customer </a:t>
            </a:r>
            <a:r>
              <a:rPr lang="en-US" sz="2000" dirty="0"/>
              <a:t>satisfaction and loyalty</a:t>
            </a:r>
            <a:r>
              <a:rPr lang="en-US" sz="2000" dirty="0" smtClean="0"/>
              <a:t>.</a:t>
            </a:r>
          </a:p>
          <a:p>
            <a:r>
              <a:rPr lang="en-IN" sz="2000" dirty="0"/>
              <a:t>Increase sales and revenue</a:t>
            </a:r>
            <a:r>
              <a:rPr lang="en-IN" sz="2000" dirty="0" smtClean="0"/>
              <a:t>.</a:t>
            </a:r>
          </a:p>
          <a:p>
            <a:r>
              <a:rPr lang="en-US" sz="2000" dirty="0"/>
              <a:t>Understand customer needs and behaviors</a:t>
            </a:r>
            <a:r>
              <a:rPr lang="en-US" sz="2000" dirty="0" smtClean="0"/>
              <a:t>.</a:t>
            </a:r>
          </a:p>
          <a:p>
            <a:r>
              <a:rPr lang="en-IN" sz="2000" dirty="0"/>
              <a:t>Provide personalized experiences</a:t>
            </a:r>
            <a:r>
              <a:rPr lang="en-IN" sz="2000" dirty="0" smtClean="0"/>
              <a:t>.</a:t>
            </a:r>
          </a:p>
          <a:p>
            <a:r>
              <a:rPr lang="en-US" sz="2000" dirty="0"/>
              <a:t>Manage leads and convert them into customers</a:t>
            </a:r>
            <a:r>
              <a:rPr lang="en-US" sz="2000" dirty="0" smtClean="0"/>
              <a:t>.</a:t>
            </a:r>
          </a:p>
          <a:p>
            <a:r>
              <a:rPr lang="en-US" sz="2000" dirty="0"/>
              <a:t>Provide faster and better customer support</a:t>
            </a:r>
            <a:r>
              <a:rPr lang="en-US" sz="2000" dirty="0" smtClean="0"/>
              <a:t>.</a:t>
            </a:r>
          </a:p>
          <a:p>
            <a:endParaRPr lang="en-US" sz="2000" dirty="0"/>
          </a:p>
          <a:p>
            <a:pPr marL="0" indent="0" algn="just">
              <a:buNone/>
            </a:pPr>
            <a:r>
              <a:rPr lang="en-US" sz="2400" b="1" dirty="0">
                <a:solidFill>
                  <a:srgbClr val="0070C0"/>
                </a:solidFill>
              </a:rPr>
              <a:t>CRM is a software system that helps businesses track customer information, manage sales, support customers, automate marketing, and improve relationships.</a:t>
            </a:r>
            <a:endParaRPr lang="en-IN" sz="2400" b="1" dirty="0">
              <a:solidFill>
                <a:srgbClr val="0070C0"/>
              </a:solidFill>
            </a:endParaRPr>
          </a:p>
        </p:txBody>
      </p:sp>
      <p:sp>
        <p:nvSpPr>
          <p:cNvPr id="4" name="Text Placeholder 3"/>
          <p:cNvSpPr>
            <a:spLocks noGrp="1"/>
          </p:cNvSpPr>
          <p:nvPr>
            <p:ph type="body" sz="half" idx="2"/>
          </p:nvPr>
        </p:nvSpPr>
        <p:spPr/>
        <p:txBody>
          <a:bodyPr>
            <a:normAutofit lnSpcReduction="10000"/>
          </a:bodyPr>
          <a:lstStyle/>
          <a:p>
            <a:r>
              <a:rPr lang="en-IN" sz="2400" b="1" i="1" dirty="0"/>
              <a:t>What </a:t>
            </a:r>
            <a:r>
              <a:rPr lang="en-IN" sz="2400" b="1" i="1" dirty="0" smtClean="0"/>
              <a:t>CRM </a:t>
            </a:r>
            <a:r>
              <a:rPr lang="en-IN" sz="2400" b="1" i="1" dirty="0"/>
              <a:t>Really </a:t>
            </a:r>
            <a:r>
              <a:rPr lang="en-IN" sz="2400" b="1" i="1" dirty="0" smtClean="0"/>
              <a:t>Means?</a:t>
            </a:r>
          </a:p>
          <a:p>
            <a:pPr marL="342900" indent="-342900">
              <a:buFont typeface="Arial" panose="020B0604020202020204" pitchFamily="34" charset="0"/>
              <a:buChar char="•"/>
            </a:pPr>
            <a:r>
              <a:rPr lang="en-US" sz="1800" dirty="0"/>
              <a:t>CRM is a </a:t>
            </a:r>
            <a:r>
              <a:rPr lang="en-US" sz="1800" b="1" dirty="0"/>
              <a:t>strategy + technology</a:t>
            </a:r>
            <a:r>
              <a:rPr lang="en-US" sz="1800" dirty="0"/>
              <a:t> used by businesses to manage all </a:t>
            </a:r>
            <a:r>
              <a:rPr lang="en-US" sz="1800" dirty="0" smtClean="0"/>
              <a:t>interactions </a:t>
            </a:r>
            <a:r>
              <a:rPr lang="en-US" sz="1800" dirty="0"/>
              <a:t>with customers</a:t>
            </a:r>
            <a:r>
              <a:rPr lang="en-US" sz="1800" dirty="0" smtClean="0"/>
              <a:t>.</a:t>
            </a:r>
          </a:p>
          <a:p>
            <a:pPr marL="342900" indent="-342900">
              <a:buFont typeface="Arial" panose="020B0604020202020204" pitchFamily="34" charset="0"/>
              <a:buChar char="•"/>
            </a:pPr>
            <a:r>
              <a:rPr lang="en-US" sz="1800" dirty="0"/>
              <a:t>It helps store, track, and analyze customer information in one place</a:t>
            </a:r>
            <a:r>
              <a:rPr lang="en-US" sz="1800" dirty="0" smtClean="0"/>
              <a:t>.</a:t>
            </a:r>
          </a:p>
          <a:p>
            <a:pPr marL="342900" indent="-342900">
              <a:buFont typeface="Arial" panose="020B0604020202020204" pitchFamily="34" charset="0"/>
              <a:buChar char="•"/>
            </a:pPr>
            <a:r>
              <a:rPr lang="en-US" sz="1800" dirty="0"/>
              <a:t>CRM improves communication between business and customers</a:t>
            </a:r>
            <a:r>
              <a:rPr lang="en-US" sz="1800" dirty="0" smtClean="0"/>
              <a:t>.</a:t>
            </a:r>
          </a:p>
          <a:p>
            <a:pPr marL="342900" indent="-342900">
              <a:buFont typeface="Arial" panose="020B0604020202020204" pitchFamily="34" charset="0"/>
              <a:buChar char="•"/>
            </a:pPr>
            <a:r>
              <a:rPr lang="en-US" sz="1800" dirty="0"/>
              <a:t>It aims to </a:t>
            </a:r>
            <a:r>
              <a:rPr lang="en-US" sz="1800" b="1" dirty="0"/>
              <a:t>build long-term customer relationships</a:t>
            </a:r>
            <a:r>
              <a:rPr lang="en-US" sz="1800" dirty="0"/>
              <a:t>, not just short-term sales.</a:t>
            </a:r>
            <a:endParaRPr lang="en-IN" sz="1800" dirty="0"/>
          </a:p>
        </p:txBody>
      </p:sp>
    </p:spTree>
    <p:extLst>
      <p:ext uri="{BB962C8B-B14F-4D97-AF65-F5344CB8AC3E}">
        <p14:creationId xmlns:p14="http://schemas.microsoft.com/office/powerpoint/2010/main" val="2219902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chor="t">
            <a:normAutofit/>
          </a:bodyPr>
          <a:lstStyle/>
          <a:p>
            <a:r>
              <a:rPr lang="en-US" sz="4000" b="1" u="sng" dirty="0"/>
              <a:t>Key Features / Functions of </a:t>
            </a:r>
            <a:r>
              <a:rPr lang="en-US" sz="4000" b="1" u="sng" dirty="0" smtClean="0"/>
              <a:t>CRM</a:t>
            </a:r>
            <a:endParaRPr lang="en-IN" sz="4000" b="1" u="sng" dirty="0"/>
          </a:p>
        </p:txBody>
      </p:sp>
      <p:sp>
        <p:nvSpPr>
          <p:cNvPr id="3" name="Rectangle 2"/>
          <p:cNvSpPr/>
          <p:nvPr/>
        </p:nvSpPr>
        <p:spPr>
          <a:xfrm>
            <a:off x="467544" y="1412776"/>
            <a:ext cx="8280919" cy="9941183"/>
          </a:xfrm>
          <a:prstGeom prst="rect">
            <a:avLst/>
          </a:prstGeom>
        </p:spPr>
        <p:txBody>
          <a:bodyPr wrap="square">
            <a:spAutoFit/>
          </a:bodyPr>
          <a:lstStyle/>
          <a:p>
            <a:pPr marL="342900" indent="-342900">
              <a:buFont typeface="+mj-lt"/>
              <a:buAutoNum type="alphaUcPeriod"/>
            </a:pPr>
            <a:r>
              <a:rPr lang="en-IN" sz="2000" b="1" dirty="0"/>
              <a:t>Customer &amp; Contact </a:t>
            </a:r>
            <a:r>
              <a:rPr lang="en-IN" sz="2000" b="1" dirty="0" smtClean="0"/>
              <a:t>Management</a:t>
            </a:r>
          </a:p>
          <a:p>
            <a:pPr marL="342900" indent="-342900">
              <a:buFont typeface="Arial" panose="020B0604020202020204" pitchFamily="34" charset="0"/>
              <a:buChar char="•"/>
            </a:pPr>
            <a:r>
              <a:rPr lang="en-US" sz="2000" dirty="0" smtClean="0"/>
              <a:t>Stores complete customer profiles (name, email, preferences, history).</a:t>
            </a:r>
          </a:p>
          <a:p>
            <a:pPr marL="342900" indent="-342900">
              <a:buFont typeface="Arial" panose="020B0604020202020204" pitchFamily="34" charset="0"/>
              <a:buChar char="•"/>
            </a:pPr>
            <a:r>
              <a:rPr lang="en-US" sz="2000" dirty="0"/>
              <a:t>Tracks customer interactions (calls, emails, chats</a:t>
            </a:r>
            <a:r>
              <a:rPr lang="en-US" sz="2000" dirty="0" smtClean="0"/>
              <a:t>).</a:t>
            </a:r>
          </a:p>
          <a:p>
            <a:pPr marL="342900" indent="-342900">
              <a:buFont typeface="Arial" panose="020B0604020202020204" pitchFamily="34" charset="0"/>
              <a:buChar char="•"/>
            </a:pPr>
            <a:r>
              <a:rPr lang="en-US" sz="2000" dirty="0"/>
              <a:t>Helps businesses understand each customer better</a:t>
            </a:r>
            <a:r>
              <a:rPr lang="en-US" sz="2000" dirty="0" smtClean="0"/>
              <a:t>.</a:t>
            </a:r>
          </a:p>
          <a:p>
            <a:pPr marL="342900" indent="-342900">
              <a:buFont typeface="Arial" panose="020B0604020202020204" pitchFamily="34" charset="0"/>
              <a:buChar char="•"/>
            </a:pPr>
            <a:endParaRPr lang="en-IN" sz="2000" dirty="0" smtClean="0"/>
          </a:p>
          <a:p>
            <a:r>
              <a:rPr lang="en-IN" sz="2000" b="1" dirty="0"/>
              <a:t>B. Sales Management / Sales Automation</a:t>
            </a:r>
          </a:p>
          <a:p>
            <a:pPr marL="342900" indent="-342900">
              <a:buFont typeface="Arial" panose="020B0604020202020204" pitchFamily="34" charset="0"/>
              <a:buChar char="•"/>
            </a:pPr>
            <a:r>
              <a:rPr lang="en-IN" sz="2000" dirty="0"/>
              <a:t>Tracks leads and opportunities</a:t>
            </a:r>
            <a:r>
              <a:rPr lang="en-IN" sz="2000" dirty="0" smtClean="0"/>
              <a:t>.</a:t>
            </a:r>
          </a:p>
          <a:p>
            <a:pPr marL="342900" indent="-342900">
              <a:buFont typeface="Arial" panose="020B0604020202020204" pitchFamily="34" charset="0"/>
              <a:buChar char="•"/>
            </a:pPr>
            <a:r>
              <a:rPr lang="en-IN" sz="2000" dirty="0"/>
              <a:t>Shows sales pipeline stages</a:t>
            </a:r>
            <a:r>
              <a:rPr lang="en-IN" sz="2000" dirty="0" smtClean="0"/>
              <a:t>.</a:t>
            </a:r>
          </a:p>
          <a:p>
            <a:pPr marL="342900" indent="-342900">
              <a:buFont typeface="Arial" panose="020B0604020202020204" pitchFamily="34" charset="0"/>
              <a:buChar char="•"/>
            </a:pPr>
            <a:r>
              <a:rPr lang="en-IN" sz="2000" dirty="0"/>
              <a:t>Sends reminders for follow-ups</a:t>
            </a:r>
            <a:r>
              <a:rPr lang="en-IN" sz="2000" dirty="0" smtClean="0"/>
              <a:t>.</a:t>
            </a:r>
          </a:p>
          <a:p>
            <a:pPr marL="342900" indent="-342900">
              <a:buFont typeface="Arial" panose="020B0604020202020204" pitchFamily="34" charset="0"/>
              <a:buChar char="•"/>
            </a:pPr>
            <a:r>
              <a:rPr lang="en-US" sz="2000" dirty="0"/>
              <a:t>Automates sales tasks like quotes, proposals, and billing</a:t>
            </a:r>
            <a:r>
              <a:rPr lang="en-US" sz="2000" dirty="0" smtClean="0"/>
              <a:t>.</a:t>
            </a:r>
          </a:p>
          <a:p>
            <a:pPr marL="342900" indent="-342900">
              <a:buFont typeface="Arial" panose="020B0604020202020204" pitchFamily="34" charset="0"/>
              <a:buChar char="•"/>
            </a:pPr>
            <a:r>
              <a:rPr lang="en-US" sz="2000" dirty="0"/>
              <a:t>Provides sales forecasting and revenue predictions</a:t>
            </a:r>
            <a:r>
              <a:rPr lang="en-US" sz="2000" dirty="0" smtClean="0"/>
              <a:t>.</a:t>
            </a:r>
          </a:p>
          <a:p>
            <a:pPr marL="342900" indent="-342900">
              <a:buFont typeface="Arial" panose="020B0604020202020204" pitchFamily="34" charset="0"/>
              <a:buChar char="•"/>
            </a:pPr>
            <a:endParaRPr lang="en-IN" sz="2000" dirty="0" smtClean="0"/>
          </a:p>
          <a:p>
            <a:r>
              <a:rPr lang="en-IN" sz="2000" b="1" dirty="0" smtClean="0"/>
              <a:t>C. Marketing Automation</a:t>
            </a:r>
          </a:p>
          <a:p>
            <a:pPr marL="342900" indent="-342900">
              <a:buFont typeface="Arial" panose="020B0604020202020204" pitchFamily="34" charset="0"/>
              <a:buChar char="•"/>
            </a:pPr>
            <a:r>
              <a:rPr lang="en-IN" sz="2000" dirty="0" smtClean="0"/>
              <a:t>Runs email marketing campaigns.</a:t>
            </a:r>
          </a:p>
          <a:p>
            <a:pPr marL="342900" indent="-342900">
              <a:buFont typeface="Arial" panose="020B0604020202020204" pitchFamily="34" charset="0"/>
              <a:buChar char="•"/>
            </a:pPr>
            <a:r>
              <a:rPr lang="en-US" sz="2000" dirty="0" smtClean="0"/>
              <a:t>Segments customers based on behavior (age, interests, location).</a:t>
            </a:r>
          </a:p>
          <a:p>
            <a:pPr marL="342900" indent="-342900">
              <a:buFont typeface="Arial" panose="020B0604020202020204" pitchFamily="34" charset="0"/>
              <a:buChar char="•"/>
            </a:pPr>
            <a:r>
              <a:rPr lang="en-US" sz="2000" dirty="0" smtClean="0"/>
              <a:t>Tracks campaign performance and customer engagement.</a:t>
            </a:r>
          </a:p>
          <a:p>
            <a:pPr marL="342900" indent="-342900">
              <a:buFont typeface="Arial" panose="020B0604020202020204" pitchFamily="34" charset="0"/>
              <a:buChar char="•"/>
            </a:pPr>
            <a:r>
              <a:rPr lang="en-US" sz="2000" dirty="0" smtClean="0"/>
              <a:t>Helps with social media marketing.</a:t>
            </a:r>
          </a:p>
          <a:p>
            <a:pPr marL="342900" indent="-342900">
              <a:buFont typeface="Arial" panose="020B0604020202020204" pitchFamily="34" charset="0"/>
              <a:buChar char="•"/>
            </a:pPr>
            <a:endParaRPr lang="en-IN" sz="2000" b="1" dirty="0"/>
          </a:p>
          <a:p>
            <a:pPr marL="342900" indent="-342900">
              <a:buFont typeface="+mj-lt"/>
              <a:buAutoNum type="alphaUcPeriod"/>
            </a:pPr>
            <a:endParaRPr lang="en-IN" sz="2000" dirty="0" smtClean="0"/>
          </a:p>
          <a:p>
            <a:pPr marL="342900" indent="-342900">
              <a:buFont typeface="+mj-lt"/>
              <a:buAutoNum type="alphaUcPeriod"/>
            </a:pPr>
            <a:endParaRPr lang="en-IN" sz="2000" dirty="0"/>
          </a:p>
          <a:p>
            <a:pPr marL="342900" indent="-342900">
              <a:buFont typeface="+mj-lt"/>
              <a:buAutoNum type="alphaUcPeriod"/>
            </a:pPr>
            <a:endParaRPr lang="en-IN" sz="2000" dirty="0" smtClean="0"/>
          </a:p>
          <a:p>
            <a:pPr marL="342900" indent="-342900">
              <a:buFont typeface="+mj-lt"/>
              <a:buAutoNum type="alphaUcPeriod"/>
            </a:pPr>
            <a:endParaRPr lang="en-IN" sz="2000" dirty="0"/>
          </a:p>
          <a:p>
            <a:pPr marL="342900" indent="-342900">
              <a:buFont typeface="+mj-lt"/>
              <a:buAutoNum type="alphaUcPeriod"/>
            </a:pPr>
            <a:endParaRPr lang="en-IN" sz="2000" dirty="0" smtClean="0"/>
          </a:p>
          <a:p>
            <a:pPr marL="342900" indent="-342900">
              <a:buFont typeface="+mj-lt"/>
              <a:buAutoNum type="alphaUcPeriod"/>
            </a:pPr>
            <a:endParaRPr lang="en-IN" sz="2000" dirty="0"/>
          </a:p>
          <a:p>
            <a:pPr marL="342900" indent="-342900">
              <a:buFont typeface="+mj-lt"/>
              <a:buAutoNum type="alphaUcPeriod"/>
            </a:pPr>
            <a:endParaRPr lang="en-IN" sz="2000" dirty="0" smtClean="0"/>
          </a:p>
          <a:p>
            <a:pPr marL="342900" indent="-342900">
              <a:buFont typeface="+mj-lt"/>
              <a:buAutoNum type="alphaUcPeriod"/>
            </a:pPr>
            <a:endParaRPr lang="en-IN" sz="2000" dirty="0"/>
          </a:p>
          <a:p>
            <a:pPr marL="342900" indent="-342900">
              <a:buFont typeface="+mj-lt"/>
              <a:buAutoNum type="alphaUcPeriod"/>
            </a:pPr>
            <a:endParaRPr lang="en-IN" sz="2000" dirty="0" smtClean="0"/>
          </a:p>
          <a:p>
            <a:pPr marL="342900" indent="-342900">
              <a:buFont typeface="+mj-lt"/>
              <a:buAutoNum type="alphaUcPeriod"/>
            </a:pPr>
            <a:endParaRPr lang="en-IN" sz="2000" dirty="0"/>
          </a:p>
          <a:p>
            <a:pPr marL="342900" indent="-342900">
              <a:buFont typeface="+mj-lt"/>
              <a:buAutoNum type="alphaUcPeriod"/>
            </a:pPr>
            <a:endParaRPr lang="en-IN" sz="2000" dirty="0" smtClean="0"/>
          </a:p>
          <a:p>
            <a:pPr marL="342900" indent="-342900">
              <a:buFont typeface="+mj-lt"/>
              <a:buAutoNum type="alphaUcPeriod"/>
            </a:pPr>
            <a:endParaRPr lang="en-IN" sz="2000" dirty="0"/>
          </a:p>
          <a:p>
            <a:pPr marL="342900" indent="-342900">
              <a:buFont typeface="+mj-lt"/>
              <a:buAutoNum type="alphaUcPeriod"/>
            </a:pPr>
            <a:endParaRPr lang="en-IN" sz="2000" dirty="0" smtClean="0"/>
          </a:p>
          <a:p>
            <a:pPr marL="342900" indent="-342900">
              <a:buFont typeface="+mj-lt"/>
              <a:buAutoNum type="alphaUcPeriod"/>
            </a:pPr>
            <a:endParaRPr lang="en-IN" sz="2000" dirty="0"/>
          </a:p>
        </p:txBody>
      </p:sp>
    </p:spTree>
    <p:extLst>
      <p:ext uri="{BB962C8B-B14F-4D97-AF65-F5344CB8AC3E}">
        <p14:creationId xmlns:p14="http://schemas.microsoft.com/office/powerpoint/2010/main" val="2221267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747" y="188640"/>
            <a:ext cx="8907253" cy="7478970"/>
          </a:xfrm>
          <a:prstGeom prst="rect">
            <a:avLst/>
          </a:prstGeom>
          <a:noFill/>
        </p:spPr>
        <p:txBody>
          <a:bodyPr wrap="square" rtlCol="0" anchor="ctr">
            <a:spAutoFit/>
          </a:bodyPr>
          <a:lstStyle/>
          <a:p>
            <a:r>
              <a:rPr lang="en-IN" sz="2000" b="1" dirty="0"/>
              <a:t>D. Customer Service &amp; </a:t>
            </a:r>
            <a:r>
              <a:rPr lang="en-IN" sz="2000" b="1" dirty="0" smtClean="0"/>
              <a:t>Support</a:t>
            </a:r>
          </a:p>
          <a:p>
            <a:pPr marL="342900" indent="-342900">
              <a:buFont typeface="Arial" panose="020B0604020202020204" pitchFamily="34" charset="0"/>
              <a:buChar char="•"/>
            </a:pPr>
            <a:r>
              <a:rPr lang="en-US" sz="2000" dirty="0"/>
              <a:t>Ticketing system for complaints and support requests</a:t>
            </a:r>
            <a:r>
              <a:rPr lang="en-US" sz="2000" dirty="0" smtClean="0"/>
              <a:t>.</a:t>
            </a:r>
            <a:endParaRPr lang="en-US" dirty="0" smtClean="0"/>
          </a:p>
          <a:p>
            <a:pPr marL="342900" indent="-342900">
              <a:buFont typeface="Arial" panose="020B0604020202020204" pitchFamily="34" charset="0"/>
              <a:buChar char="•"/>
            </a:pPr>
            <a:r>
              <a:rPr lang="en-US" sz="2000" dirty="0"/>
              <a:t>Tracks issue status and response time</a:t>
            </a:r>
            <a:r>
              <a:rPr lang="en-US" sz="2000" dirty="0" smtClean="0"/>
              <a:t>.</a:t>
            </a:r>
          </a:p>
          <a:p>
            <a:pPr marL="342900" indent="-342900">
              <a:buFont typeface="Arial" panose="020B0604020202020204" pitchFamily="34" charset="0"/>
              <a:buChar char="•"/>
            </a:pPr>
            <a:r>
              <a:rPr lang="en-US" sz="2000" dirty="0"/>
              <a:t>Integrates with chatbots and helpdesk</a:t>
            </a:r>
            <a:r>
              <a:rPr lang="en-US" sz="2000" dirty="0" smtClean="0"/>
              <a:t>.</a:t>
            </a:r>
          </a:p>
          <a:p>
            <a:pPr marL="342900" indent="-342900">
              <a:buFont typeface="Arial" panose="020B0604020202020204" pitchFamily="34" charset="0"/>
              <a:buChar char="•"/>
            </a:pPr>
            <a:r>
              <a:rPr lang="en-US" sz="2000" dirty="0"/>
              <a:t>Helps companies offer </a:t>
            </a:r>
            <a:r>
              <a:rPr lang="en-US" sz="2000" b="1" dirty="0"/>
              <a:t>24/7 customer support</a:t>
            </a:r>
            <a:r>
              <a:rPr lang="en-US" sz="2000" dirty="0" smtClean="0"/>
              <a:t>.</a:t>
            </a:r>
          </a:p>
          <a:p>
            <a:pPr marL="342900" indent="-342900">
              <a:buFont typeface="Arial" panose="020B0604020202020204" pitchFamily="34" charset="0"/>
              <a:buChar char="•"/>
            </a:pPr>
            <a:r>
              <a:rPr lang="en-US" sz="2000" dirty="0"/>
              <a:t>Improves customer retention by solving problems faster</a:t>
            </a:r>
            <a:r>
              <a:rPr lang="en-US" sz="2000" dirty="0" smtClean="0"/>
              <a:t>.</a:t>
            </a:r>
          </a:p>
          <a:p>
            <a:pPr marL="342900" indent="-342900">
              <a:buFont typeface="Arial" panose="020B0604020202020204" pitchFamily="34" charset="0"/>
              <a:buChar char="•"/>
            </a:pPr>
            <a:endParaRPr lang="en-US" sz="2000" dirty="0"/>
          </a:p>
          <a:p>
            <a:r>
              <a:rPr lang="en-US" sz="2000" b="1" dirty="0" smtClean="0"/>
              <a:t>E.</a:t>
            </a:r>
            <a:r>
              <a:rPr lang="en-IN" sz="2000" b="1" dirty="0"/>
              <a:t> Analytics &amp; </a:t>
            </a:r>
            <a:r>
              <a:rPr lang="en-IN" sz="2000" b="1" dirty="0" smtClean="0"/>
              <a:t>Reporting</a:t>
            </a:r>
          </a:p>
          <a:p>
            <a:pPr marL="342900" indent="-342900">
              <a:buFont typeface="Arial" panose="020B0604020202020204" pitchFamily="34" charset="0"/>
              <a:buChar char="•"/>
            </a:pPr>
            <a:r>
              <a:rPr lang="en-US" sz="2000" dirty="0"/>
              <a:t>Generates dashboards for sales, marketing, and service performance</a:t>
            </a:r>
            <a:r>
              <a:rPr lang="en-US" sz="2000" dirty="0" smtClean="0"/>
              <a:t>.</a:t>
            </a:r>
          </a:p>
          <a:p>
            <a:pPr marL="342900" indent="-342900">
              <a:buFont typeface="Arial" panose="020B0604020202020204" pitchFamily="34" charset="0"/>
              <a:buChar char="•"/>
            </a:pPr>
            <a:r>
              <a:rPr lang="en-IN" sz="2000" dirty="0"/>
              <a:t>Shows real-time customer insights</a:t>
            </a:r>
            <a:r>
              <a:rPr lang="en-IN" sz="2000" dirty="0" smtClean="0"/>
              <a:t>.</a:t>
            </a:r>
          </a:p>
          <a:p>
            <a:pPr marL="342900" indent="-342900">
              <a:buFont typeface="Arial" panose="020B0604020202020204" pitchFamily="34" charset="0"/>
              <a:buChar char="•"/>
            </a:pPr>
            <a:r>
              <a:rPr lang="en-US" sz="2000" dirty="0"/>
              <a:t>Identifies customer trends and buying patterns</a:t>
            </a:r>
            <a:r>
              <a:rPr lang="en-US" sz="2000" dirty="0" smtClean="0"/>
              <a:t>.</a:t>
            </a:r>
          </a:p>
          <a:p>
            <a:pPr marL="342900" indent="-342900">
              <a:buFont typeface="Arial" panose="020B0604020202020204" pitchFamily="34" charset="0"/>
              <a:buChar char="•"/>
            </a:pPr>
            <a:r>
              <a:rPr lang="en-US" sz="2000" dirty="0"/>
              <a:t>Helps managers make data-driven decisions</a:t>
            </a:r>
            <a:r>
              <a:rPr lang="en-US" sz="2000" dirty="0" smtClean="0"/>
              <a:t>.</a:t>
            </a:r>
          </a:p>
          <a:p>
            <a:pPr marL="342900" indent="-342900">
              <a:buFont typeface="Arial" panose="020B0604020202020204" pitchFamily="34" charset="0"/>
              <a:buChar char="•"/>
            </a:pPr>
            <a:endParaRPr lang="en-US" sz="2000" dirty="0"/>
          </a:p>
          <a:p>
            <a:r>
              <a:rPr lang="en-US" sz="2000" b="1" dirty="0" smtClean="0"/>
              <a:t>F.</a:t>
            </a:r>
            <a:r>
              <a:rPr lang="en-IN" sz="2000" b="1" dirty="0"/>
              <a:t> Workflow &amp; Team </a:t>
            </a:r>
            <a:r>
              <a:rPr lang="en-IN" sz="2000" b="1" dirty="0" smtClean="0"/>
              <a:t>Collaboration</a:t>
            </a:r>
          </a:p>
          <a:p>
            <a:pPr marL="342900" indent="-342900">
              <a:buFont typeface="Arial" panose="020B0604020202020204" pitchFamily="34" charset="0"/>
              <a:buChar char="•"/>
            </a:pPr>
            <a:r>
              <a:rPr lang="en-US" sz="2000" dirty="0"/>
              <a:t>Assigns tasks to team members</a:t>
            </a:r>
            <a:r>
              <a:rPr lang="en-US" sz="2000" dirty="0" smtClean="0"/>
              <a:t>.</a:t>
            </a:r>
          </a:p>
          <a:p>
            <a:pPr marL="342900" indent="-342900">
              <a:buFont typeface="Arial" panose="020B0604020202020204" pitchFamily="34" charset="0"/>
              <a:buChar char="•"/>
            </a:pPr>
            <a:r>
              <a:rPr lang="en-US" sz="2000" dirty="0"/>
              <a:t>Helps teams coordinate sales, marketing, and support</a:t>
            </a:r>
            <a:r>
              <a:rPr lang="en-US" sz="2000" dirty="0" smtClean="0"/>
              <a:t>.</a:t>
            </a:r>
          </a:p>
          <a:p>
            <a:pPr marL="342900" indent="-342900">
              <a:buFont typeface="Arial" panose="020B0604020202020204" pitchFamily="34" charset="0"/>
              <a:buChar char="•"/>
            </a:pPr>
            <a:r>
              <a:rPr lang="en-IN" sz="2000" dirty="0"/>
              <a:t>Improves communication between departments</a:t>
            </a:r>
            <a:r>
              <a:rPr lang="en-IN" sz="2000" dirty="0" smtClean="0"/>
              <a:t>.</a:t>
            </a:r>
          </a:p>
          <a:p>
            <a:endParaRPr lang="en-IN" sz="2000" b="1" dirty="0" smtClean="0"/>
          </a:p>
          <a:p>
            <a:r>
              <a:rPr lang="en-IN" sz="2000" b="1" dirty="0" smtClean="0"/>
              <a:t>G. Mobile CRM</a:t>
            </a:r>
          </a:p>
          <a:p>
            <a:pPr marL="342900" indent="-342900">
              <a:buFont typeface="Arial" panose="020B0604020202020204" pitchFamily="34" charset="0"/>
              <a:buChar char="•"/>
            </a:pPr>
            <a:r>
              <a:rPr lang="en-US" sz="2000" dirty="0"/>
              <a:t>CRM apps allow field staff and sales teams to access customer data anywhere</a:t>
            </a:r>
            <a:r>
              <a:rPr lang="en-US" sz="2000" dirty="0" smtClean="0"/>
              <a:t>.</a:t>
            </a:r>
          </a:p>
          <a:p>
            <a:pPr marL="342900" indent="-342900">
              <a:buFont typeface="Arial" panose="020B0604020202020204" pitchFamily="34" charset="0"/>
              <a:buChar char="•"/>
            </a:pPr>
            <a:r>
              <a:rPr lang="en-US" sz="2000" dirty="0"/>
              <a:t>Helps salespeople update records directly during client visits.</a:t>
            </a:r>
            <a:endParaRPr lang="en-US" sz="2000" b="1" dirty="0" smtClean="0"/>
          </a:p>
          <a:p>
            <a:pPr marL="342900" indent="-342900">
              <a:buFont typeface="Arial" panose="020B0604020202020204" pitchFamily="34" charset="0"/>
              <a:buChar char="•"/>
            </a:pPr>
            <a:endParaRPr lang="en-US" sz="2000" dirty="0" smtClean="0"/>
          </a:p>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endParaRPr lang="en-IN" sz="2000" b="1" dirty="0"/>
          </a:p>
        </p:txBody>
      </p:sp>
    </p:spTree>
    <p:extLst>
      <p:ext uri="{BB962C8B-B14F-4D97-AF65-F5344CB8AC3E}">
        <p14:creationId xmlns:p14="http://schemas.microsoft.com/office/powerpoint/2010/main" val="4075228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563662"/>
          </a:xfrm>
        </p:spPr>
        <p:txBody>
          <a:bodyPr anchor="t">
            <a:noAutofit/>
          </a:bodyPr>
          <a:lstStyle/>
          <a:p>
            <a:pPr algn="ctr"/>
            <a:r>
              <a:rPr lang="en-IN" sz="3200" u="sng" dirty="0">
                <a:solidFill>
                  <a:srgbClr val="FF0000"/>
                </a:solidFill>
              </a:rPr>
              <a:t>Benefits of CRM </a:t>
            </a:r>
          </a:p>
        </p:txBody>
      </p:sp>
      <p:sp>
        <p:nvSpPr>
          <p:cNvPr id="3" name="Content Placeholder 2"/>
          <p:cNvSpPr>
            <a:spLocks noGrp="1"/>
          </p:cNvSpPr>
          <p:nvPr>
            <p:ph idx="1"/>
          </p:nvPr>
        </p:nvSpPr>
        <p:spPr>
          <a:xfrm>
            <a:off x="3851920" y="332656"/>
            <a:ext cx="4967734" cy="6357169"/>
          </a:xfrm>
        </p:spPr>
        <p:txBody>
          <a:bodyPr>
            <a:normAutofit/>
          </a:bodyPr>
          <a:lstStyle/>
          <a:p>
            <a:pPr marL="0" indent="0">
              <a:buNone/>
            </a:pPr>
            <a:r>
              <a:rPr lang="en-IN" sz="1800" b="1" dirty="0"/>
              <a:t>E. Improved </a:t>
            </a:r>
            <a:r>
              <a:rPr lang="en-IN" sz="1800" b="1" dirty="0" smtClean="0"/>
              <a:t>Marketing ROI</a:t>
            </a:r>
          </a:p>
          <a:p>
            <a:r>
              <a:rPr lang="en-US" sz="1800" dirty="0"/>
              <a:t>Helps target the right customers with the right message</a:t>
            </a:r>
            <a:r>
              <a:rPr lang="en-US" sz="1800" dirty="0" smtClean="0"/>
              <a:t>.</a:t>
            </a:r>
          </a:p>
          <a:p>
            <a:r>
              <a:rPr lang="en-US" sz="1800" dirty="0"/>
              <a:t>Tracks which campaigns bring results</a:t>
            </a:r>
            <a:r>
              <a:rPr lang="en-US" sz="1800" dirty="0" smtClean="0"/>
              <a:t>.</a:t>
            </a:r>
          </a:p>
          <a:p>
            <a:pPr marL="0" indent="0">
              <a:buNone/>
            </a:pPr>
            <a:r>
              <a:rPr lang="en-IN" sz="1800" b="1" dirty="0" smtClean="0"/>
              <a:t>F.</a:t>
            </a:r>
            <a:r>
              <a:rPr lang="en-IN" sz="1800" dirty="0"/>
              <a:t> </a:t>
            </a:r>
            <a:r>
              <a:rPr lang="en-IN" sz="1800" b="1" dirty="0"/>
              <a:t>Centralized Data </a:t>
            </a:r>
            <a:r>
              <a:rPr lang="en-IN" sz="1800" b="1" dirty="0" smtClean="0"/>
              <a:t>Storage</a:t>
            </a:r>
          </a:p>
          <a:p>
            <a:r>
              <a:rPr lang="en-US" sz="1800" dirty="0"/>
              <a:t>Reduces information gaps between departments</a:t>
            </a:r>
            <a:r>
              <a:rPr lang="en-US" sz="1800" dirty="0" smtClean="0"/>
              <a:t>.</a:t>
            </a:r>
          </a:p>
          <a:p>
            <a:r>
              <a:rPr lang="en-US" sz="1800" dirty="0"/>
              <a:t>Ensures that all teams see the same updated data</a:t>
            </a:r>
            <a:r>
              <a:rPr lang="en-US" sz="1800" dirty="0" smtClean="0"/>
              <a:t>.</a:t>
            </a:r>
          </a:p>
          <a:p>
            <a:pPr marL="0" indent="0">
              <a:buNone/>
            </a:pPr>
            <a:r>
              <a:rPr lang="en-US" sz="1800" b="1" dirty="0" smtClean="0"/>
              <a:t>G.</a:t>
            </a:r>
            <a:r>
              <a:rPr lang="en-IN" sz="1800" dirty="0"/>
              <a:t> </a:t>
            </a:r>
            <a:r>
              <a:rPr lang="en-IN" sz="1800" b="1" dirty="0"/>
              <a:t>Better </a:t>
            </a:r>
            <a:r>
              <a:rPr lang="en-IN" sz="1800" b="1" dirty="0" smtClean="0"/>
              <a:t>Decision-Making</a:t>
            </a:r>
          </a:p>
          <a:p>
            <a:r>
              <a:rPr lang="en-US" sz="1800" dirty="0"/>
              <a:t>Offers insights through dashboards and analytics</a:t>
            </a:r>
            <a:r>
              <a:rPr lang="en-US" sz="1800" dirty="0" smtClean="0"/>
              <a:t>.</a:t>
            </a:r>
          </a:p>
          <a:p>
            <a:r>
              <a:rPr lang="en-US" sz="1800" dirty="0"/>
              <a:t>Helps predict future trends and make smarter decisions</a:t>
            </a:r>
            <a:r>
              <a:rPr lang="en-US" sz="1800" dirty="0" smtClean="0"/>
              <a:t>.</a:t>
            </a:r>
          </a:p>
          <a:p>
            <a:pPr marL="0" indent="0">
              <a:buNone/>
            </a:pPr>
            <a:r>
              <a:rPr lang="en-US" sz="1800" b="1" dirty="0" smtClean="0"/>
              <a:t>H.</a:t>
            </a:r>
            <a:r>
              <a:rPr lang="en-IN" sz="1800" dirty="0"/>
              <a:t> </a:t>
            </a:r>
            <a:r>
              <a:rPr lang="en-IN" sz="1800" b="1" dirty="0"/>
              <a:t>Enhanced Employee </a:t>
            </a:r>
            <a:r>
              <a:rPr lang="en-IN" sz="1800" b="1" dirty="0" smtClean="0"/>
              <a:t>Productivity</a:t>
            </a:r>
          </a:p>
          <a:p>
            <a:r>
              <a:rPr lang="en-IN" sz="1800" dirty="0"/>
              <a:t>Automates repetitive tasks</a:t>
            </a:r>
            <a:r>
              <a:rPr lang="en-IN" sz="1800" dirty="0" smtClean="0"/>
              <a:t>.</a:t>
            </a:r>
          </a:p>
          <a:p>
            <a:r>
              <a:rPr lang="en-US" sz="1800" dirty="0"/>
              <a:t>Sales and marketing teams can focus on strategic work.</a:t>
            </a:r>
            <a:endParaRPr lang="en-IN" sz="1800" b="1" dirty="0"/>
          </a:p>
        </p:txBody>
      </p:sp>
      <p:sp>
        <p:nvSpPr>
          <p:cNvPr id="4" name="Text Placeholder 3"/>
          <p:cNvSpPr>
            <a:spLocks noGrp="1"/>
          </p:cNvSpPr>
          <p:nvPr>
            <p:ph type="body" sz="half" idx="2"/>
          </p:nvPr>
        </p:nvSpPr>
        <p:spPr>
          <a:xfrm>
            <a:off x="179512" y="908720"/>
            <a:ext cx="3600400" cy="5688632"/>
          </a:xfrm>
        </p:spPr>
        <p:txBody>
          <a:bodyPr>
            <a:normAutofit lnSpcReduction="10000"/>
          </a:bodyPr>
          <a:lstStyle/>
          <a:p>
            <a:r>
              <a:rPr lang="en-IN" sz="1800" b="1" i="1" dirty="0" smtClean="0"/>
              <a:t>A. Better </a:t>
            </a:r>
            <a:r>
              <a:rPr lang="en-IN" sz="1800" b="1" i="1" dirty="0"/>
              <a:t>Customer </a:t>
            </a:r>
            <a:r>
              <a:rPr lang="en-IN" sz="1800" b="1" i="1" dirty="0" smtClean="0"/>
              <a:t>Understanding.</a:t>
            </a:r>
          </a:p>
          <a:p>
            <a:pPr marL="285750" indent="-285750">
              <a:buFont typeface="Arial" panose="020B0604020202020204" pitchFamily="34" charset="0"/>
              <a:buChar char="•"/>
            </a:pPr>
            <a:r>
              <a:rPr lang="en-US" sz="1800" dirty="0"/>
              <a:t>Gives a 360-degree view of every customer</a:t>
            </a:r>
            <a:r>
              <a:rPr lang="en-US" sz="1800" dirty="0" smtClean="0"/>
              <a:t>.</a:t>
            </a:r>
          </a:p>
          <a:p>
            <a:pPr marL="285750" indent="-285750">
              <a:buFont typeface="Arial" panose="020B0604020202020204" pitchFamily="34" charset="0"/>
              <a:buChar char="•"/>
            </a:pPr>
            <a:r>
              <a:rPr lang="en-US" sz="1800" dirty="0"/>
              <a:t>Stores all interactions, history, and preferences</a:t>
            </a:r>
            <a:r>
              <a:rPr lang="en-US" sz="1800" dirty="0" smtClean="0"/>
              <a:t>.</a:t>
            </a:r>
          </a:p>
          <a:p>
            <a:r>
              <a:rPr lang="en-US" sz="1800" b="1" i="1" dirty="0" smtClean="0"/>
              <a:t>B.</a:t>
            </a:r>
            <a:r>
              <a:rPr lang="en-IN" sz="1800" b="1" dirty="0"/>
              <a:t> Increased Sales &amp; </a:t>
            </a:r>
            <a:r>
              <a:rPr lang="en-IN" sz="1800" b="1" dirty="0" smtClean="0"/>
              <a:t>Conversions</a:t>
            </a:r>
          </a:p>
          <a:p>
            <a:pPr marL="285750" indent="-285750">
              <a:buFont typeface="Arial" panose="020B0604020202020204" pitchFamily="34" charset="0"/>
              <a:buChar char="•"/>
            </a:pPr>
            <a:r>
              <a:rPr lang="en-US" sz="1800" dirty="0"/>
              <a:t>Helps sales teams focus on hot leads</a:t>
            </a:r>
            <a:r>
              <a:rPr lang="en-US" sz="1800" dirty="0" smtClean="0"/>
              <a:t>.</a:t>
            </a:r>
          </a:p>
          <a:p>
            <a:pPr marL="285750" indent="-285750">
              <a:buFont typeface="Arial" panose="020B0604020202020204" pitchFamily="34" charset="0"/>
              <a:buChar char="•"/>
            </a:pPr>
            <a:r>
              <a:rPr lang="en-US" sz="1800" dirty="0"/>
              <a:t>Improves the chances of converting leads into customers</a:t>
            </a:r>
            <a:r>
              <a:rPr lang="en-US" sz="1800" dirty="0" smtClean="0"/>
              <a:t>.</a:t>
            </a:r>
          </a:p>
          <a:p>
            <a:r>
              <a:rPr lang="en-IN" sz="1800" b="1" i="1" dirty="0" smtClean="0"/>
              <a:t>C. </a:t>
            </a:r>
            <a:r>
              <a:rPr lang="en-IN" sz="1800" b="1" dirty="0" smtClean="0"/>
              <a:t>Stronger </a:t>
            </a:r>
            <a:r>
              <a:rPr lang="en-IN" sz="1800" b="1" dirty="0"/>
              <a:t>Customer </a:t>
            </a:r>
            <a:r>
              <a:rPr lang="en-IN" sz="1800" b="1" dirty="0" smtClean="0"/>
              <a:t>Relationships</a:t>
            </a:r>
          </a:p>
          <a:p>
            <a:pPr marL="285750" indent="-285750">
              <a:buFont typeface="Arial" panose="020B0604020202020204" pitchFamily="34" charset="0"/>
              <a:buChar char="•"/>
            </a:pPr>
            <a:r>
              <a:rPr lang="en-US" sz="1800" dirty="0"/>
              <a:t>Builds trust through personalized engagement</a:t>
            </a:r>
            <a:r>
              <a:rPr lang="en-US" sz="1800" dirty="0" smtClean="0"/>
              <a:t>.</a:t>
            </a:r>
          </a:p>
          <a:p>
            <a:pPr marL="285750" indent="-285750">
              <a:buFont typeface="Arial" panose="020B0604020202020204" pitchFamily="34" charset="0"/>
              <a:buChar char="•"/>
            </a:pPr>
            <a:r>
              <a:rPr lang="en-US" sz="1800" dirty="0"/>
              <a:t>Helps understand customer emotions and expectations</a:t>
            </a:r>
            <a:r>
              <a:rPr lang="en-US" sz="1800" dirty="0" smtClean="0"/>
              <a:t>.</a:t>
            </a:r>
          </a:p>
          <a:p>
            <a:r>
              <a:rPr lang="en-US" sz="1800" b="1" i="1" dirty="0" smtClean="0"/>
              <a:t>D.</a:t>
            </a:r>
            <a:r>
              <a:rPr lang="en-IN" sz="1800" b="1" dirty="0"/>
              <a:t> Improved Customer </a:t>
            </a:r>
            <a:r>
              <a:rPr lang="en-IN" sz="1800" b="1" dirty="0" smtClean="0"/>
              <a:t>Retention</a:t>
            </a:r>
          </a:p>
          <a:p>
            <a:pPr marL="285750" indent="-285750">
              <a:buFont typeface="Arial" panose="020B0604020202020204" pitchFamily="34" charset="0"/>
              <a:buChar char="•"/>
            </a:pPr>
            <a:r>
              <a:rPr lang="en-IN" sz="1800" dirty="0"/>
              <a:t>Sends reminders for follow-ups</a:t>
            </a:r>
            <a:r>
              <a:rPr lang="en-IN" sz="1800" dirty="0" smtClean="0"/>
              <a:t>.</a:t>
            </a:r>
          </a:p>
          <a:p>
            <a:pPr marL="285750" indent="-285750">
              <a:buFont typeface="Arial" panose="020B0604020202020204" pitchFamily="34" charset="0"/>
              <a:buChar char="•"/>
            </a:pPr>
            <a:r>
              <a:rPr lang="en-US" sz="1800" dirty="0"/>
              <a:t>Tracks customer issues and ensures timely solutions</a:t>
            </a:r>
            <a:r>
              <a:rPr lang="en-US" sz="1800" dirty="0" smtClean="0"/>
              <a:t>.</a:t>
            </a:r>
          </a:p>
          <a:p>
            <a:pPr marL="285750" indent="-285750">
              <a:buFont typeface="Arial" panose="020B0604020202020204" pitchFamily="34" charset="0"/>
              <a:buChar char="•"/>
            </a:pPr>
            <a:r>
              <a:rPr lang="en-IN" sz="1800" dirty="0"/>
              <a:t>Helps reduce customer loss.</a:t>
            </a:r>
            <a:endParaRPr lang="en-US" sz="1800" b="1" i="1" dirty="0"/>
          </a:p>
        </p:txBody>
      </p:sp>
    </p:spTree>
    <p:extLst>
      <p:ext uri="{BB962C8B-B14F-4D97-AF65-F5344CB8AC3E}">
        <p14:creationId xmlns:p14="http://schemas.microsoft.com/office/powerpoint/2010/main" val="1846478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60648"/>
            <a:ext cx="4341168" cy="1143000"/>
          </a:xfrm>
        </p:spPr>
        <p:txBody>
          <a:bodyPr>
            <a:noAutofit/>
          </a:bodyPr>
          <a:lstStyle/>
          <a:p>
            <a:r>
              <a:rPr lang="en-IN" sz="3600" i="1" u="sng" dirty="0"/>
              <a:t>Types of CRM Systems</a:t>
            </a:r>
          </a:p>
        </p:txBody>
      </p:sp>
      <p:sp>
        <p:nvSpPr>
          <p:cNvPr id="3" name="Content Placeholder 2"/>
          <p:cNvSpPr>
            <a:spLocks noGrp="1"/>
          </p:cNvSpPr>
          <p:nvPr>
            <p:ph sz="half" idx="1"/>
          </p:nvPr>
        </p:nvSpPr>
        <p:spPr>
          <a:xfrm>
            <a:off x="457200" y="1412776"/>
            <a:ext cx="4038600" cy="5184576"/>
          </a:xfrm>
        </p:spPr>
        <p:txBody>
          <a:bodyPr>
            <a:normAutofit lnSpcReduction="10000"/>
          </a:bodyPr>
          <a:lstStyle/>
          <a:p>
            <a:pPr marL="0" indent="0">
              <a:buNone/>
            </a:pPr>
            <a:r>
              <a:rPr lang="en-IN" sz="2400" dirty="0" smtClean="0"/>
              <a:t>1.Operational CRM</a:t>
            </a:r>
          </a:p>
          <a:p>
            <a:r>
              <a:rPr lang="en-US" sz="2000" dirty="0"/>
              <a:t>Automates sales, marketing, and service operations</a:t>
            </a:r>
            <a:r>
              <a:rPr lang="en-US" sz="2000" dirty="0" smtClean="0"/>
              <a:t>.</a:t>
            </a:r>
          </a:p>
          <a:p>
            <a:r>
              <a:rPr lang="en-US" sz="2000" dirty="0"/>
              <a:t>Focused on efficiency and productivity</a:t>
            </a:r>
            <a:r>
              <a:rPr lang="en-US" sz="2000" dirty="0" smtClean="0"/>
              <a:t>.</a:t>
            </a:r>
          </a:p>
          <a:p>
            <a:pPr marL="0" indent="0">
              <a:buNone/>
            </a:pPr>
            <a:r>
              <a:rPr lang="en-US" sz="2400" dirty="0" smtClean="0"/>
              <a:t>2.</a:t>
            </a:r>
            <a:r>
              <a:rPr lang="en-IN" sz="2400" dirty="0"/>
              <a:t> Analytical </a:t>
            </a:r>
            <a:r>
              <a:rPr lang="en-IN" sz="2400" dirty="0" smtClean="0"/>
              <a:t>CRM</a:t>
            </a:r>
          </a:p>
          <a:p>
            <a:r>
              <a:rPr lang="en-US" sz="2000" dirty="0"/>
              <a:t>Analyzes customer data, behavior, and trends</a:t>
            </a:r>
            <a:r>
              <a:rPr lang="en-US" sz="2000" dirty="0" smtClean="0"/>
              <a:t>.</a:t>
            </a:r>
          </a:p>
          <a:p>
            <a:r>
              <a:rPr lang="en-US" sz="2000" dirty="0"/>
              <a:t>Helps businesses understand what customers want</a:t>
            </a:r>
            <a:r>
              <a:rPr lang="en-US" sz="2000" dirty="0" smtClean="0"/>
              <a:t>.</a:t>
            </a:r>
          </a:p>
          <a:p>
            <a:pPr marL="0" indent="0">
              <a:buNone/>
            </a:pPr>
            <a:r>
              <a:rPr lang="en-US" sz="2400" dirty="0" smtClean="0"/>
              <a:t>3.Collaborative CRM</a:t>
            </a:r>
          </a:p>
          <a:p>
            <a:r>
              <a:rPr lang="en-US" sz="2000" dirty="0"/>
              <a:t>Focuses on communication between departments</a:t>
            </a:r>
            <a:r>
              <a:rPr lang="en-US" sz="2000" dirty="0" smtClean="0"/>
              <a:t>.</a:t>
            </a:r>
          </a:p>
          <a:p>
            <a:r>
              <a:rPr lang="en-US" sz="2000" dirty="0"/>
              <a:t>Ensures better coordination in customer handling.</a:t>
            </a:r>
          </a:p>
          <a:p>
            <a:pPr marL="0" indent="0">
              <a:buNone/>
            </a:pPr>
            <a:endParaRPr lang="en-IN" sz="2000" dirty="0"/>
          </a:p>
        </p:txBody>
      </p:sp>
      <p:sp>
        <p:nvSpPr>
          <p:cNvPr id="4" name="Content Placeholder 3"/>
          <p:cNvSpPr>
            <a:spLocks noGrp="1"/>
          </p:cNvSpPr>
          <p:nvPr>
            <p:ph sz="half" idx="2"/>
          </p:nvPr>
        </p:nvSpPr>
        <p:spPr>
          <a:xfrm>
            <a:off x="4648200" y="1268760"/>
            <a:ext cx="4038600" cy="5184576"/>
          </a:xfrm>
        </p:spPr>
        <p:txBody>
          <a:bodyPr>
            <a:normAutofit lnSpcReduction="10000"/>
          </a:bodyPr>
          <a:lstStyle/>
          <a:p>
            <a:pPr>
              <a:buFont typeface="Wingdings" panose="05000000000000000000" pitchFamily="2" charset="2"/>
              <a:buChar char="ü"/>
            </a:pPr>
            <a:r>
              <a:rPr lang="en-IN" sz="2400" dirty="0"/>
              <a:t>Sales </a:t>
            </a:r>
            <a:r>
              <a:rPr lang="en-IN" sz="2400" dirty="0" smtClean="0"/>
              <a:t>Teams</a:t>
            </a:r>
          </a:p>
          <a:p>
            <a:r>
              <a:rPr lang="en-US" sz="2000" dirty="0"/>
              <a:t>Track </a:t>
            </a:r>
            <a:r>
              <a:rPr lang="en-US" sz="2000" dirty="0" smtClean="0"/>
              <a:t>leads</a:t>
            </a:r>
            <a:r>
              <a:rPr lang="en-US" sz="2000" dirty="0"/>
              <a:t>, deals, and pipelines</a:t>
            </a:r>
            <a:r>
              <a:rPr lang="en-US" sz="2000" dirty="0" smtClean="0"/>
              <a:t>.</a:t>
            </a:r>
          </a:p>
          <a:p>
            <a:pPr>
              <a:buFont typeface="Wingdings" panose="05000000000000000000" pitchFamily="2" charset="2"/>
              <a:buChar char="ü"/>
            </a:pPr>
            <a:r>
              <a:rPr lang="en-US" sz="2400" dirty="0" smtClean="0"/>
              <a:t>Marketing Teams</a:t>
            </a:r>
          </a:p>
          <a:p>
            <a:r>
              <a:rPr lang="en-US" sz="2000" dirty="0" smtClean="0"/>
              <a:t>Run automated campaigns and analyze performance.</a:t>
            </a:r>
          </a:p>
          <a:p>
            <a:pPr>
              <a:buFont typeface="Wingdings" panose="05000000000000000000" pitchFamily="2" charset="2"/>
              <a:buChar char="ü"/>
            </a:pPr>
            <a:r>
              <a:rPr lang="en-IN" sz="2400" dirty="0"/>
              <a:t>Customer Support </a:t>
            </a:r>
            <a:r>
              <a:rPr lang="en-IN" sz="2400" dirty="0" smtClean="0"/>
              <a:t>Teams</a:t>
            </a:r>
          </a:p>
          <a:p>
            <a:r>
              <a:rPr lang="en-US" sz="2000" dirty="0"/>
              <a:t>Manage tickets and improve customer service</a:t>
            </a:r>
            <a:r>
              <a:rPr lang="en-US" sz="2000" dirty="0" smtClean="0"/>
              <a:t>.</a:t>
            </a:r>
          </a:p>
          <a:p>
            <a:pPr>
              <a:buFont typeface="Wingdings" panose="05000000000000000000" pitchFamily="2" charset="2"/>
              <a:buChar char="ü"/>
            </a:pPr>
            <a:r>
              <a:rPr lang="en-US" sz="2400" dirty="0" smtClean="0"/>
              <a:t>Management</a:t>
            </a:r>
          </a:p>
          <a:p>
            <a:r>
              <a:rPr lang="en-US" sz="2000" dirty="0"/>
              <a:t>Monitor business performance through dashboards</a:t>
            </a:r>
            <a:r>
              <a:rPr lang="en-US" sz="2000" dirty="0" smtClean="0"/>
              <a:t>.</a:t>
            </a:r>
          </a:p>
          <a:p>
            <a:pPr>
              <a:buFont typeface="Wingdings" panose="05000000000000000000" pitchFamily="2" charset="2"/>
              <a:buChar char="ü"/>
            </a:pPr>
            <a:r>
              <a:rPr lang="en-US" sz="2400" dirty="0" smtClean="0"/>
              <a:t>Field Staff</a:t>
            </a:r>
          </a:p>
          <a:p>
            <a:r>
              <a:rPr lang="en-US" sz="2000" dirty="0"/>
              <a:t>Access customer information while traveling or at client locations.</a:t>
            </a:r>
            <a:endParaRPr lang="en-IN" sz="2000" dirty="0"/>
          </a:p>
        </p:txBody>
      </p:sp>
      <p:sp>
        <p:nvSpPr>
          <p:cNvPr id="5" name="Title 1"/>
          <p:cNvSpPr txBox="1">
            <a:spLocks/>
          </p:cNvSpPr>
          <p:nvPr/>
        </p:nvSpPr>
        <p:spPr>
          <a:xfrm>
            <a:off x="4644008" y="188640"/>
            <a:ext cx="4053136" cy="122413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600" i="1" u="sng" dirty="0"/>
              <a:t>Who Uses CRM?</a:t>
            </a:r>
          </a:p>
        </p:txBody>
      </p:sp>
    </p:spTree>
    <p:extLst>
      <p:ext uri="{BB962C8B-B14F-4D97-AF65-F5344CB8AC3E}">
        <p14:creationId xmlns:p14="http://schemas.microsoft.com/office/powerpoint/2010/main" val="3518536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3050"/>
            <a:ext cx="3286001" cy="1162050"/>
          </a:xfrm>
        </p:spPr>
        <p:txBody>
          <a:bodyPr anchor="t">
            <a:noAutofit/>
          </a:bodyPr>
          <a:lstStyle/>
          <a:p>
            <a:r>
              <a:rPr lang="en-US" sz="3200" u="sng" dirty="0">
                <a:solidFill>
                  <a:srgbClr val="FF0000"/>
                </a:solidFill>
              </a:rPr>
              <a:t>Real-World Examples of CRM Use</a:t>
            </a:r>
            <a:endParaRPr lang="en-IN" sz="3200" u="sng" dirty="0">
              <a:solidFill>
                <a:srgbClr val="FF0000"/>
              </a:solidFill>
            </a:endParaRPr>
          </a:p>
        </p:txBody>
      </p:sp>
      <p:sp>
        <p:nvSpPr>
          <p:cNvPr id="3" name="Content Placeholder 2"/>
          <p:cNvSpPr>
            <a:spLocks noGrp="1"/>
          </p:cNvSpPr>
          <p:nvPr>
            <p:ph idx="1"/>
          </p:nvPr>
        </p:nvSpPr>
        <p:spPr/>
        <p:txBody>
          <a:bodyPr/>
          <a:lstStyle/>
          <a:p>
            <a:pPr>
              <a:buFont typeface="Wingdings" panose="05000000000000000000" pitchFamily="2" charset="2"/>
              <a:buChar char="ü"/>
            </a:pPr>
            <a:r>
              <a:rPr lang="en-IN" dirty="0" smtClean="0"/>
              <a:t>Retail</a:t>
            </a:r>
          </a:p>
          <a:p>
            <a:r>
              <a:rPr lang="en-US" sz="2000" dirty="0"/>
              <a:t>Personalized offers based on past purchases.</a:t>
            </a:r>
            <a:endParaRPr lang="en-IN" sz="2000" dirty="0" smtClean="0"/>
          </a:p>
          <a:p>
            <a:pPr>
              <a:buFont typeface="Wingdings" panose="05000000000000000000" pitchFamily="2" charset="2"/>
              <a:buChar char="ü"/>
            </a:pPr>
            <a:r>
              <a:rPr lang="en-IN" dirty="0" smtClean="0"/>
              <a:t>E-commerce</a:t>
            </a:r>
          </a:p>
          <a:p>
            <a:r>
              <a:rPr lang="en-US" sz="2000" dirty="0"/>
              <a:t>Abandoned cart reminders, loyalty points.</a:t>
            </a:r>
            <a:endParaRPr lang="en-IN" sz="2000" dirty="0" smtClean="0"/>
          </a:p>
          <a:p>
            <a:pPr>
              <a:buFont typeface="Wingdings" panose="05000000000000000000" pitchFamily="2" charset="2"/>
              <a:buChar char="ü"/>
            </a:pPr>
            <a:r>
              <a:rPr lang="en-IN" dirty="0" smtClean="0"/>
              <a:t>Banking</a:t>
            </a:r>
          </a:p>
          <a:p>
            <a:r>
              <a:rPr lang="en-US" sz="2000" dirty="0"/>
              <a:t>Financial advice based on customer history.</a:t>
            </a:r>
            <a:endParaRPr lang="en-IN" sz="2000" dirty="0" smtClean="0"/>
          </a:p>
          <a:p>
            <a:pPr>
              <a:buFont typeface="Wingdings" panose="05000000000000000000" pitchFamily="2" charset="2"/>
              <a:buChar char="ü"/>
            </a:pPr>
            <a:r>
              <a:rPr lang="en-IN" dirty="0" smtClean="0"/>
              <a:t>Healthcare</a:t>
            </a:r>
          </a:p>
          <a:p>
            <a:r>
              <a:rPr lang="en-US" sz="2000" dirty="0"/>
              <a:t>Tracking patient appointments and medical history.</a:t>
            </a:r>
            <a:endParaRPr lang="en-IN" sz="2000" dirty="0" smtClean="0"/>
          </a:p>
          <a:p>
            <a:pPr>
              <a:buFont typeface="Wingdings" panose="05000000000000000000" pitchFamily="2" charset="2"/>
              <a:buChar char="ü"/>
            </a:pPr>
            <a:r>
              <a:rPr lang="en-IN" dirty="0" smtClean="0"/>
              <a:t>Education</a:t>
            </a:r>
          </a:p>
          <a:p>
            <a:r>
              <a:rPr lang="en-IN" sz="2000" dirty="0"/>
              <a:t>Follow-ups with prospective students.</a:t>
            </a:r>
          </a:p>
        </p:txBody>
      </p:sp>
      <p:sp>
        <p:nvSpPr>
          <p:cNvPr id="4" name="Text Placeholder 3"/>
          <p:cNvSpPr>
            <a:spLocks noGrp="1"/>
          </p:cNvSpPr>
          <p:nvPr>
            <p:ph type="body" sz="half" idx="2"/>
          </p:nvPr>
        </p:nvSpPr>
        <p:spPr>
          <a:xfrm>
            <a:off x="179512" y="2060848"/>
            <a:ext cx="3286001" cy="4608512"/>
          </a:xfrm>
        </p:spPr>
        <p:txBody>
          <a:bodyPr/>
          <a:lstStyle/>
          <a:p>
            <a:pPr marL="285750" indent="-285750">
              <a:buFont typeface="Arial" panose="020B0604020202020204" pitchFamily="34" charset="0"/>
              <a:buChar char="•"/>
            </a:pPr>
            <a:r>
              <a:rPr lang="en-IN" sz="2800" b="1" i="1" dirty="0"/>
              <a:t>Salesforce</a:t>
            </a:r>
          </a:p>
          <a:p>
            <a:pPr marL="285750" indent="-285750">
              <a:buFont typeface="Arial" panose="020B0604020202020204" pitchFamily="34" charset="0"/>
              <a:buChar char="•"/>
            </a:pPr>
            <a:r>
              <a:rPr lang="en-IN" sz="2800" b="1" i="1" dirty="0"/>
              <a:t>HubSpot CRM</a:t>
            </a:r>
          </a:p>
          <a:p>
            <a:pPr marL="285750" indent="-285750">
              <a:buFont typeface="Arial" panose="020B0604020202020204" pitchFamily="34" charset="0"/>
              <a:buChar char="•"/>
            </a:pPr>
            <a:r>
              <a:rPr lang="en-IN" sz="2800" b="1" i="1" dirty="0"/>
              <a:t>Zoho CRM</a:t>
            </a:r>
          </a:p>
          <a:p>
            <a:pPr marL="285750" indent="-285750">
              <a:buFont typeface="Arial" panose="020B0604020202020204" pitchFamily="34" charset="0"/>
              <a:buChar char="•"/>
            </a:pPr>
            <a:r>
              <a:rPr lang="en-IN" sz="2800" b="1" i="1" dirty="0"/>
              <a:t>Microsoft Dynamics CRM</a:t>
            </a:r>
          </a:p>
          <a:p>
            <a:pPr marL="285750" indent="-285750">
              <a:buFont typeface="Arial" panose="020B0604020202020204" pitchFamily="34" charset="0"/>
              <a:buChar char="•"/>
            </a:pPr>
            <a:r>
              <a:rPr lang="en-IN" sz="2800" b="1" i="1" dirty="0" smtClean="0"/>
              <a:t>Fresh sales</a:t>
            </a:r>
            <a:endParaRPr lang="en-IN" sz="2800" b="1" i="1" dirty="0"/>
          </a:p>
          <a:p>
            <a:endParaRPr lang="en-IN" dirty="0"/>
          </a:p>
        </p:txBody>
      </p:sp>
    </p:spTree>
    <p:extLst>
      <p:ext uri="{BB962C8B-B14F-4D97-AF65-F5344CB8AC3E}">
        <p14:creationId xmlns:p14="http://schemas.microsoft.com/office/powerpoint/2010/main" val="4038534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u="sng" dirty="0" smtClean="0">
                <a:solidFill>
                  <a:srgbClr val="FF0000"/>
                </a:solidFill>
              </a:rPr>
              <a:t>CRM </a:t>
            </a:r>
            <a:r>
              <a:rPr lang="en-IN" b="1" u="sng" dirty="0">
                <a:solidFill>
                  <a:srgbClr val="FF0000"/>
                </a:solidFill>
              </a:rPr>
              <a:t>vs ERP</a:t>
            </a:r>
          </a:p>
        </p:txBody>
      </p:sp>
      <p:sp>
        <p:nvSpPr>
          <p:cNvPr id="3" name="Content Placeholder 2"/>
          <p:cNvSpPr>
            <a:spLocks noGrp="1"/>
          </p:cNvSpPr>
          <p:nvPr>
            <p:ph sz="half" idx="1"/>
          </p:nvPr>
        </p:nvSpPr>
        <p:spPr>
          <a:xfrm>
            <a:off x="179512" y="1412776"/>
            <a:ext cx="4316288" cy="4713387"/>
          </a:xfrm>
        </p:spPr>
        <p:txBody>
          <a:bodyPr>
            <a:normAutofit/>
          </a:bodyPr>
          <a:lstStyle/>
          <a:p>
            <a:pPr marL="0" indent="0">
              <a:buNone/>
            </a:pPr>
            <a:r>
              <a:rPr lang="en-US" sz="2400" dirty="0">
                <a:solidFill>
                  <a:srgbClr val="FF9933"/>
                </a:solidFill>
              </a:rPr>
              <a:t>🔥</a:t>
            </a:r>
            <a:r>
              <a:rPr lang="en-US" sz="2400" dirty="0"/>
              <a:t> </a:t>
            </a:r>
            <a:r>
              <a:rPr lang="en-US" sz="2400" b="1" dirty="0"/>
              <a:t>CRM Focus: “Customer &amp; Revenue</a:t>
            </a:r>
            <a:r>
              <a:rPr lang="en-US" sz="2400" b="1" dirty="0" smtClean="0"/>
              <a:t>”</a:t>
            </a:r>
          </a:p>
          <a:p>
            <a:pPr marL="0" indent="0">
              <a:buNone/>
            </a:pPr>
            <a:r>
              <a:rPr lang="en-IN" sz="2400" dirty="0"/>
              <a:t>CRM is used for</a:t>
            </a:r>
            <a:r>
              <a:rPr lang="en-IN" sz="2400" dirty="0" smtClean="0"/>
              <a:t>:</a:t>
            </a:r>
          </a:p>
          <a:p>
            <a:r>
              <a:rPr lang="en-IN" sz="2000" dirty="0"/>
              <a:t>Managing customer </a:t>
            </a:r>
            <a:r>
              <a:rPr lang="en-IN" sz="2000" dirty="0" smtClean="0"/>
              <a:t>relationships</a:t>
            </a:r>
          </a:p>
          <a:p>
            <a:r>
              <a:rPr lang="en-IN" sz="2000" dirty="0"/>
              <a:t>Increasing </a:t>
            </a:r>
            <a:r>
              <a:rPr lang="en-IN" sz="2000" dirty="0" smtClean="0"/>
              <a:t>sales</a:t>
            </a:r>
          </a:p>
          <a:p>
            <a:r>
              <a:rPr lang="en-IN" sz="2000" dirty="0"/>
              <a:t>Improving </a:t>
            </a:r>
            <a:r>
              <a:rPr lang="en-IN" sz="2000" dirty="0" smtClean="0"/>
              <a:t>marketing</a:t>
            </a:r>
          </a:p>
          <a:p>
            <a:r>
              <a:rPr lang="en-IN" sz="2000" dirty="0"/>
              <a:t>Enhancing customer </a:t>
            </a:r>
            <a:r>
              <a:rPr lang="en-IN" sz="2000" dirty="0" smtClean="0"/>
              <a:t>support</a:t>
            </a:r>
          </a:p>
          <a:p>
            <a:endParaRPr lang="en-IN" sz="2000" dirty="0"/>
          </a:p>
          <a:p>
            <a:pPr marL="0" indent="0">
              <a:buNone/>
            </a:pPr>
            <a:r>
              <a:rPr lang="en-IN" sz="2400" dirty="0"/>
              <a:t>CRM = </a:t>
            </a:r>
            <a:r>
              <a:rPr lang="en-IN" sz="2400" i="1" dirty="0"/>
              <a:t>Front-office operations</a:t>
            </a:r>
            <a:r>
              <a:rPr lang="en-IN" sz="2400" dirty="0"/>
              <a:t> (customer-facing)</a:t>
            </a:r>
            <a:endParaRPr lang="en-IN" sz="2000" dirty="0" smtClean="0"/>
          </a:p>
          <a:p>
            <a:endParaRPr lang="en-IN" sz="2000" dirty="0"/>
          </a:p>
        </p:txBody>
      </p:sp>
      <p:sp>
        <p:nvSpPr>
          <p:cNvPr id="4" name="Content Placeholder 3"/>
          <p:cNvSpPr>
            <a:spLocks noGrp="1"/>
          </p:cNvSpPr>
          <p:nvPr>
            <p:ph sz="half" idx="2"/>
          </p:nvPr>
        </p:nvSpPr>
        <p:spPr>
          <a:xfrm>
            <a:off x="4648200" y="1412776"/>
            <a:ext cx="4244280" cy="5040560"/>
          </a:xfrm>
        </p:spPr>
        <p:txBody>
          <a:bodyPr>
            <a:normAutofit/>
          </a:bodyPr>
          <a:lstStyle/>
          <a:p>
            <a:pPr marL="0" indent="0">
              <a:buNone/>
            </a:pPr>
            <a:r>
              <a:rPr lang="en-US" sz="2400" dirty="0">
                <a:solidFill>
                  <a:srgbClr val="FF9933"/>
                </a:solidFill>
              </a:rPr>
              <a:t>🔥</a:t>
            </a:r>
            <a:r>
              <a:rPr lang="en-US" sz="2400" dirty="0"/>
              <a:t> </a:t>
            </a:r>
            <a:r>
              <a:rPr lang="en-US" sz="2400" b="1" dirty="0"/>
              <a:t>ERP Focus: “Operations &amp; Efficiency</a:t>
            </a:r>
            <a:r>
              <a:rPr lang="en-US" sz="2400" b="1" dirty="0" smtClean="0"/>
              <a:t>”</a:t>
            </a:r>
          </a:p>
          <a:p>
            <a:pPr marL="0" indent="0">
              <a:buNone/>
            </a:pPr>
            <a:r>
              <a:rPr lang="en-IN" sz="2400" dirty="0"/>
              <a:t>ERP is used for</a:t>
            </a:r>
            <a:r>
              <a:rPr lang="en-IN" sz="2400" dirty="0" smtClean="0"/>
              <a:t>:</a:t>
            </a:r>
          </a:p>
          <a:p>
            <a:r>
              <a:rPr lang="en-IN" sz="2000" dirty="0" smtClean="0"/>
              <a:t>Accounting</a:t>
            </a:r>
          </a:p>
          <a:p>
            <a:r>
              <a:rPr lang="en-IN" sz="2000" dirty="0" smtClean="0"/>
              <a:t>HR</a:t>
            </a:r>
          </a:p>
          <a:p>
            <a:r>
              <a:rPr lang="en-IN" sz="2000" dirty="0" smtClean="0"/>
              <a:t>Inventory</a:t>
            </a:r>
          </a:p>
          <a:p>
            <a:r>
              <a:rPr lang="en-IN" sz="2000" dirty="0" smtClean="0"/>
              <a:t>Procurement</a:t>
            </a:r>
          </a:p>
          <a:p>
            <a:r>
              <a:rPr lang="en-IN" sz="2000" dirty="0" smtClean="0"/>
              <a:t>Manufacturing</a:t>
            </a:r>
          </a:p>
          <a:p>
            <a:r>
              <a:rPr lang="en-IN" sz="2000" dirty="0" smtClean="0"/>
              <a:t>Supply chain</a:t>
            </a:r>
          </a:p>
          <a:p>
            <a:endParaRPr lang="en-IN" sz="2000" dirty="0"/>
          </a:p>
          <a:p>
            <a:pPr marL="0" indent="0">
              <a:buNone/>
            </a:pPr>
            <a:r>
              <a:rPr lang="en-US" sz="2400" dirty="0"/>
              <a:t>ERP = </a:t>
            </a:r>
            <a:r>
              <a:rPr lang="en-US" sz="2400" i="1" dirty="0"/>
              <a:t>Back-office operations</a:t>
            </a:r>
            <a:r>
              <a:rPr lang="en-US" sz="2400" dirty="0"/>
              <a:t> (internal processes)</a:t>
            </a:r>
            <a:endParaRPr lang="en-IN" sz="2000" dirty="0" smtClean="0"/>
          </a:p>
          <a:p>
            <a:endParaRPr lang="en-IN" sz="2400" dirty="0"/>
          </a:p>
        </p:txBody>
      </p:sp>
    </p:spTree>
    <p:extLst>
      <p:ext uri="{BB962C8B-B14F-4D97-AF65-F5344CB8AC3E}">
        <p14:creationId xmlns:p14="http://schemas.microsoft.com/office/powerpoint/2010/main" val="102442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Autofit/>
          </a:bodyPr>
          <a:lstStyle/>
          <a:p>
            <a:r>
              <a:rPr lang="en-IN" sz="3600" b="1" i="1" u="sng" dirty="0"/>
              <a:t>CRM vs ERP Comparison Table </a:t>
            </a:r>
          </a:p>
        </p:txBody>
      </p:sp>
      <p:sp>
        <p:nvSpPr>
          <p:cNvPr id="3" name="Text Placeholder 2"/>
          <p:cNvSpPr>
            <a:spLocks noGrp="1"/>
          </p:cNvSpPr>
          <p:nvPr>
            <p:ph type="body" idx="1"/>
          </p:nvPr>
        </p:nvSpPr>
        <p:spPr>
          <a:xfrm>
            <a:off x="32486" y="1019557"/>
            <a:ext cx="2016224" cy="400110"/>
          </a:xfrm>
        </p:spPr>
        <p:txBody>
          <a:bodyPr anchor="b">
            <a:noAutofit/>
          </a:bodyPr>
          <a:lstStyle/>
          <a:p>
            <a:pPr algn="ctr"/>
            <a:r>
              <a:rPr lang="en-IN" sz="2000" dirty="0"/>
              <a:t>Feature </a:t>
            </a:r>
            <a:r>
              <a:rPr lang="en-IN" sz="2000" dirty="0" smtClean="0"/>
              <a:t>/ </a:t>
            </a:r>
            <a:r>
              <a:rPr lang="en-IN" sz="2000" dirty="0"/>
              <a:t>Aspect</a:t>
            </a:r>
          </a:p>
        </p:txBody>
      </p:sp>
      <p:sp>
        <p:nvSpPr>
          <p:cNvPr id="4" name="Content Placeholder 3"/>
          <p:cNvSpPr>
            <a:spLocks noGrp="1"/>
          </p:cNvSpPr>
          <p:nvPr>
            <p:ph sz="half" idx="2"/>
          </p:nvPr>
        </p:nvSpPr>
        <p:spPr>
          <a:xfrm>
            <a:off x="107504" y="1556792"/>
            <a:ext cx="1872208" cy="5112568"/>
          </a:xfrm>
        </p:spPr>
        <p:txBody>
          <a:bodyPr>
            <a:normAutofit/>
          </a:bodyPr>
          <a:lstStyle/>
          <a:p>
            <a:pPr>
              <a:buFont typeface="Wingdings" panose="05000000000000000000" pitchFamily="2" charset="2"/>
              <a:buChar char="Ø"/>
            </a:pPr>
            <a:r>
              <a:rPr lang="en-IN" sz="1800" dirty="0"/>
              <a:t>Full </a:t>
            </a:r>
            <a:r>
              <a:rPr lang="en-IN" sz="1800" dirty="0" smtClean="0"/>
              <a:t>Form</a:t>
            </a:r>
          </a:p>
          <a:p>
            <a:pPr marL="0" indent="0">
              <a:buNone/>
            </a:pPr>
            <a:endParaRPr lang="en-IN" sz="1800" dirty="0" smtClean="0"/>
          </a:p>
          <a:p>
            <a:pPr>
              <a:buFont typeface="Wingdings" panose="05000000000000000000" pitchFamily="2" charset="2"/>
              <a:buChar char="Ø"/>
            </a:pPr>
            <a:r>
              <a:rPr lang="en-IN" sz="1800" dirty="0" smtClean="0"/>
              <a:t>Main Focus</a:t>
            </a:r>
          </a:p>
          <a:p>
            <a:pPr marL="0" indent="0">
              <a:buNone/>
            </a:pPr>
            <a:endParaRPr lang="en-IN" sz="1800" dirty="0" smtClean="0"/>
          </a:p>
          <a:p>
            <a:pPr>
              <a:buFont typeface="Wingdings" panose="05000000000000000000" pitchFamily="2" charset="2"/>
              <a:buChar char="Ø"/>
            </a:pPr>
            <a:r>
              <a:rPr lang="en-IN" sz="1800" dirty="0" smtClean="0"/>
              <a:t>Purpose</a:t>
            </a:r>
          </a:p>
          <a:p>
            <a:pPr marL="0" indent="0">
              <a:buNone/>
            </a:pPr>
            <a:endParaRPr lang="en-IN" sz="1800" dirty="0" smtClean="0"/>
          </a:p>
          <a:p>
            <a:pPr>
              <a:buFont typeface="Wingdings" panose="05000000000000000000" pitchFamily="2" charset="2"/>
              <a:buChar char="Ø"/>
            </a:pPr>
            <a:r>
              <a:rPr lang="en-IN" sz="1800" dirty="0" smtClean="0"/>
              <a:t>Data Type</a:t>
            </a:r>
          </a:p>
          <a:p>
            <a:pPr marL="0" indent="0">
              <a:buNone/>
            </a:pPr>
            <a:endParaRPr lang="en-IN" sz="1800" dirty="0" smtClean="0"/>
          </a:p>
          <a:p>
            <a:pPr>
              <a:buFont typeface="Wingdings" panose="05000000000000000000" pitchFamily="2" charset="2"/>
              <a:buChar char="Ø"/>
            </a:pPr>
            <a:r>
              <a:rPr lang="en-IN" sz="1800" dirty="0" smtClean="0"/>
              <a:t>Used By</a:t>
            </a:r>
          </a:p>
          <a:p>
            <a:pPr marL="0" indent="0">
              <a:buNone/>
            </a:pPr>
            <a:endParaRPr lang="en-IN" sz="1800" dirty="0" smtClean="0"/>
          </a:p>
          <a:p>
            <a:pPr>
              <a:buFont typeface="Wingdings" panose="05000000000000000000" pitchFamily="2" charset="2"/>
              <a:buChar char="Ø"/>
            </a:pPr>
            <a:r>
              <a:rPr lang="en-IN" sz="1800" dirty="0" smtClean="0"/>
              <a:t>Key Functions</a:t>
            </a:r>
          </a:p>
          <a:p>
            <a:pPr>
              <a:buFont typeface="Wingdings" panose="05000000000000000000" pitchFamily="2" charset="2"/>
              <a:buChar char="Ø"/>
            </a:pPr>
            <a:endParaRPr lang="en-IN" sz="1800" dirty="0" smtClean="0"/>
          </a:p>
          <a:p>
            <a:pPr>
              <a:buFont typeface="Wingdings" panose="05000000000000000000" pitchFamily="2" charset="2"/>
              <a:buChar char="Ø"/>
            </a:pPr>
            <a:r>
              <a:rPr lang="en-IN" sz="1800" dirty="0" smtClean="0"/>
              <a:t>Primary Goal</a:t>
            </a:r>
          </a:p>
          <a:p>
            <a:pPr>
              <a:buFont typeface="Wingdings" panose="05000000000000000000" pitchFamily="2" charset="2"/>
              <a:buChar char="Ø"/>
            </a:pPr>
            <a:endParaRPr lang="en-IN" sz="1800" dirty="0" smtClean="0"/>
          </a:p>
          <a:p>
            <a:pPr>
              <a:buFont typeface="Wingdings" panose="05000000000000000000" pitchFamily="2" charset="2"/>
              <a:buChar char="Ø"/>
            </a:pPr>
            <a:r>
              <a:rPr lang="en-IN" sz="1800" dirty="0" smtClean="0"/>
              <a:t>System Type</a:t>
            </a:r>
            <a:endParaRPr lang="en-IN" sz="1800" dirty="0"/>
          </a:p>
        </p:txBody>
      </p:sp>
      <p:sp>
        <p:nvSpPr>
          <p:cNvPr id="5" name="Text Placeholder 4"/>
          <p:cNvSpPr>
            <a:spLocks noGrp="1"/>
          </p:cNvSpPr>
          <p:nvPr>
            <p:ph type="body" sz="quarter" idx="3"/>
          </p:nvPr>
        </p:nvSpPr>
        <p:spPr>
          <a:xfrm>
            <a:off x="5364088" y="944478"/>
            <a:ext cx="3393703" cy="504547"/>
          </a:xfrm>
        </p:spPr>
        <p:txBody>
          <a:bodyPr/>
          <a:lstStyle/>
          <a:p>
            <a:pPr algn="ctr"/>
            <a:r>
              <a:rPr lang="en-IN" dirty="0" smtClean="0"/>
              <a:t>ERP</a:t>
            </a:r>
            <a:endParaRPr lang="en-IN" dirty="0"/>
          </a:p>
        </p:txBody>
      </p:sp>
      <p:sp>
        <p:nvSpPr>
          <p:cNvPr id="6" name="Content Placeholder 5"/>
          <p:cNvSpPr>
            <a:spLocks noGrp="1"/>
          </p:cNvSpPr>
          <p:nvPr>
            <p:ph sz="quarter" idx="4"/>
          </p:nvPr>
        </p:nvSpPr>
        <p:spPr>
          <a:xfrm>
            <a:off x="5535828" y="1556792"/>
            <a:ext cx="3509996" cy="5184576"/>
          </a:xfrm>
        </p:spPr>
        <p:txBody>
          <a:bodyPr>
            <a:noAutofit/>
          </a:bodyPr>
          <a:lstStyle/>
          <a:p>
            <a:pPr marL="0" indent="0" algn="ctr">
              <a:buNone/>
            </a:pPr>
            <a:r>
              <a:rPr lang="en-IN" sz="1800" dirty="0" smtClean="0"/>
              <a:t>Enterprise Resource Planning</a:t>
            </a:r>
          </a:p>
          <a:p>
            <a:pPr marL="0" indent="0" algn="ctr">
              <a:buNone/>
            </a:pPr>
            <a:endParaRPr lang="en-IN" sz="1800" dirty="0" smtClean="0"/>
          </a:p>
          <a:p>
            <a:pPr marL="0" indent="0" algn="ctr">
              <a:buNone/>
            </a:pPr>
            <a:r>
              <a:rPr lang="en-IN" sz="1800" dirty="0"/>
              <a:t>Business processes, </a:t>
            </a:r>
            <a:r>
              <a:rPr lang="en-IN" sz="1800" dirty="0" smtClean="0"/>
              <a:t>operations</a:t>
            </a:r>
          </a:p>
          <a:p>
            <a:pPr marL="0" indent="0" algn="ctr">
              <a:buNone/>
            </a:pPr>
            <a:endParaRPr lang="en-IN" sz="1800" dirty="0"/>
          </a:p>
          <a:p>
            <a:pPr marL="0" indent="0" algn="ctr">
              <a:buNone/>
            </a:pPr>
            <a:r>
              <a:rPr lang="en-IN" sz="1800" dirty="0"/>
              <a:t>Reduce </a:t>
            </a:r>
            <a:r>
              <a:rPr lang="en-IN" sz="1800" dirty="0" smtClean="0"/>
              <a:t>costs</a:t>
            </a:r>
          </a:p>
          <a:p>
            <a:pPr marL="0" indent="0" algn="ctr">
              <a:buNone/>
            </a:pPr>
            <a:endParaRPr lang="en-IN" sz="1800" dirty="0"/>
          </a:p>
          <a:p>
            <a:pPr marL="0" indent="0" algn="ctr">
              <a:buNone/>
            </a:pPr>
            <a:r>
              <a:rPr lang="en-IN" sz="1800" dirty="0"/>
              <a:t>Business/process </a:t>
            </a:r>
            <a:r>
              <a:rPr lang="en-IN" sz="1800" dirty="0" smtClean="0"/>
              <a:t>data</a:t>
            </a:r>
          </a:p>
          <a:p>
            <a:pPr marL="0" indent="0" algn="ctr">
              <a:buNone/>
            </a:pPr>
            <a:endParaRPr lang="en-IN" sz="1800" dirty="0"/>
          </a:p>
          <a:p>
            <a:pPr marL="0" indent="0" algn="ctr">
              <a:buNone/>
            </a:pPr>
            <a:r>
              <a:rPr lang="en-US" sz="1800" dirty="0"/>
              <a:t>Finance, HR, inventory, supply </a:t>
            </a:r>
            <a:r>
              <a:rPr lang="en-US" sz="1800" dirty="0" smtClean="0"/>
              <a:t>chain</a:t>
            </a:r>
          </a:p>
          <a:p>
            <a:pPr marL="0" indent="0" algn="ctr">
              <a:buNone/>
            </a:pPr>
            <a:r>
              <a:rPr lang="en-US" sz="1800" dirty="0"/>
              <a:t>Accounting, HR, inventory, supply chain, </a:t>
            </a:r>
            <a:r>
              <a:rPr lang="en-US" sz="1800" dirty="0" smtClean="0"/>
              <a:t>reporting</a:t>
            </a:r>
          </a:p>
          <a:p>
            <a:pPr marL="0" indent="0" algn="ctr">
              <a:buNone/>
            </a:pPr>
            <a:endParaRPr lang="en-US" sz="1800" dirty="0"/>
          </a:p>
          <a:p>
            <a:pPr marL="0" indent="0" algn="ctr">
              <a:buNone/>
            </a:pPr>
            <a:r>
              <a:rPr lang="en-IN" sz="1800" dirty="0"/>
              <a:t>Improve operational </a:t>
            </a:r>
            <a:r>
              <a:rPr lang="en-IN" sz="1800" dirty="0" smtClean="0"/>
              <a:t>efficiency</a:t>
            </a:r>
            <a:endParaRPr lang="en-IN" sz="1800" dirty="0"/>
          </a:p>
          <a:p>
            <a:pPr marL="0" indent="0" algn="ctr">
              <a:buNone/>
            </a:pPr>
            <a:r>
              <a:rPr lang="en-IN" sz="1800" dirty="0"/>
              <a:t>Back-office</a:t>
            </a:r>
          </a:p>
        </p:txBody>
      </p:sp>
      <p:sp>
        <p:nvSpPr>
          <p:cNvPr id="7" name="Rectangle 6"/>
          <p:cNvSpPr/>
          <p:nvPr/>
        </p:nvSpPr>
        <p:spPr>
          <a:xfrm>
            <a:off x="2699792" y="1019557"/>
            <a:ext cx="2016224" cy="400110"/>
          </a:xfrm>
          <a:prstGeom prst="rect">
            <a:avLst/>
          </a:prstGeom>
        </p:spPr>
        <p:txBody>
          <a:bodyPr wrap="square">
            <a:spAutoFit/>
          </a:bodyPr>
          <a:lstStyle/>
          <a:p>
            <a:pPr algn="ctr"/>
            <a:r>
              <a:rPr lang="en-IN" sz="2000" b="1" dirty="0" smtClean="0"/>
              <a:t>CRM</a:t>
            </a:r>
            <a:endParaRPr lang="en-IN" sz="2000" b="1" dirty="0"/>
          </a:p>
        </p:txBody>
      </p:sp>
      <p:sp>
        <p:nvSpPr>
          <p:cNvPr id="9" name="TextBox 8"/>
          <p:cNvSpPr txBox="1"/>
          <p:nvPr/>
        </p:nvSpPr>
        <p:spPr>
          <a:xfrm>
            <a:off x="1979712" y="1556791"/>
            <a:ext cx="3744416" cy="5078313"/>
          </a:xfrm>
          <a:prstGeom prst="rect">
            <a:avLst/>
          </a:prstGeom>
          <a:noFill/>
        </p:spPr>
        <p:txBody>
          <a:bodyPr wrap="square" rtlCol="0">
            <a:spAutoFit/>
          </a:bodyPr>
          <a:lstStyle/>
          <a:p>
            <a:pPr algn="ctr"/>
            <a:r>
              <a:rPr lang="en-IN" dirty="0"/>
              <a:t>Customer Relationship </a:t>
            </a:r>
            <a:r>
              <a:rPr lang="en-IN" dirty="0" smtClean="0"/>
              <a:t>Management</a:t>
            </a:r>
          </a:p>
          <a:p>
            <a:pPr algn="ctr"/>
            <a:endParaRPr lang="en-IN" dirty="0" smtClean="0"/>
          </a:p>
          <a:p>
            <a:pPr algn="ctr"/>
            <a:r>
              <a:rPr lang="en-IN" dirty="0"/>
              <a:t>Customers, sales, </a:t>
            </a:r>
            <a:r>
              <a:rPr lang="en-IN" dirty="0" smtClean="0"/>
              <a:t>marketing</a:t>
            </a:r>
          </a:p>
          <a:p>
            <a:pPr algn="ctr"/>
            <a:endParaRPr lang="en-IN" dirty="0" smtClean="0"/>
          </a:p>
          <a:p>
            <a:pPr algn="ctr"/>
            <a:endParaRPr lang="en-IN" dirty="0"/>
          </a:p>
          <a:p>
            <a:pPr algn="ctr"/>
            <a:r>
              <a:rPr lang="en-IN" dirty="0"/>
              <a:t>Increase </a:t>
            </a:r>
            <a:r>
              <a:rPr lang="en-IN" dirty="0" smtClean="0"/>
              <a:t>revenue</a:t>
            </a:r>
          </a:p>
          <a:p>
            <a:pPr algn="ctr"/>
            <a:endParaRPr lang="en-IN" dirty="0" smtClean="0"/>
          </a:p>
          <a:p>
            <a:pPr algn="ctr"/>
            <a:r>
              <a:rPr lang="en-IN" dirty="0"/>
              <a:t>Customer </a:t>
            </a:r>
            <a:r>
              <a:rPr lang="en-IN" dirty="0" smtClean="0"/>
              <a:t>data</a:t>
            </a:r>
          </a:p>
          <a:p>
            <a:pPr algn="ctr"/>
            <a:endParaRPr lang="en-IN" dirty="0" smtClean="0"/>
          </a:p>
          <a:p>
            <a:pPr algn="ctr"/>
            <a:endParaRPr lang="en-IN" dirty="0"/>
          </a:p>
          <a:p>
            <a:pPr algn="ctr"/>
            <a:r>
              <a:rPr lang="en-IN" dirty="0"/>
              <a:t>Sales, marketing, customer </a:t>
            </a:r>
            <a:r>
              <a:rPr lang="en-IN" dirty="0" smtClean="0"/>
              <a:t>support</a:t>
            </a:r>
          </a:p>
          <a:p>
            <a:pPr algn="ctr"/>
            <a:endParaRPr lang="en-IN" dirty="0"/>
          </a:p>
          <a:p>
            <a:pPr algn="ctr"/>
            <a:r>
              <a:rPr lang="en-US" dirty="0"/>
              <a:t>Sales tracking, marketing automation, service </a:t>
            </a:r>
            <a:r>
              <a:rPr lang="en-US" dirty="0" smtClean="0"/>
              <a:t>support</a:t>
            </a:r>
          </a:p>
          <a:p>
            <a:pPr algn="ctr"/>
            <a:endParaRPr lang="en-US" dirty="0"/>
          </a:p>
          <a:p>
            <a:pPr algn="ctr"/>
            <a:r>
              <a:rPr lang="en-IN" dirty="0"/>
              <a:t>Improve customer </a:t>
            </a:r>
            <a:r>
              <a:rPr lang="en-IN" dirty="0" smtClean="0"/>
              <a:t>relationships</a:t>
            </a:r>
          </a:p>
          <a:p>
            <a:pPr algn="ctr"/>
            <a:endParaRPr lang="en-IN" dirty="0"/>
          </a:p>
          <a:p>
            <a:pPr algn="ctr"/>
            <a:r>
              <a:rPr lang="en-IN" dirty="0"/>
              <a:t>Front-office</a:t>
            </a:r>
          </a:p>
        </p:txBody>
      </p:sp>
    </p:spTree>
    <p:extLst>
      <p:ext uri="{BB962C8B-B14F-4D97-AF65-F5344CB8AC3E}">
        <p14:creationId xmlns:p14="http://schemas.microsoft.com/office/powerpoint/2010/main" val="16575994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1684</TotalTime>
  <Words>2682</Words>
  <Application>Microsoft Office PowerPoint</Application>
  <PresentationFormat>On-screen Show (4:3)</PresentationFormat>
  <Paragraphs>335</Paragraphs>
  <Slides>22</Slides>
  <Notes>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IT(Information Technology)</vt:lpstr>
      <vt:lpstr>What Is Information Technology (IT)?</vt:lpstr>
      <vt:lpstr>PowerPoint Presentation</vt:lpstr>
      <vt:lpstr>PowerPoint Presentation</vt:lpstr>
      <vt:lpstr>Role of Information Technology (IT) in Modern Business</vt:lpstr>
      <vt:lpstr>PowerPoint Presentation</vt:lpstr>
      <vt:lpstr>PowerPoint Presentation</vt:lpstr>
      <vt:lpstr>Enterprise Resource Planning (ERP)</vt:lpstr>
      <vt:lpstr>Enterprise Resource Planning (ERP)</vt:lpstr>
      <vt:lpstr>Components of ERP</vt:lpstr>
      <vt:lpstr>Major Benefits of ERP</vt:lpstr>
      <vt:lpstr>Challenges &amp; Risks of ERP Implementation</vt:lpstr>
      <vt:lpstr>Best Practices for Effective ERP Implementation</vt:lpstr>
      <vt:lpstr>What is CRM?</vt:lpstr>
      <vt:lpstr>CRM </vt:lpstr>
      <vt:lpstr>Key Features / Functions of CRM</vt:lpstr>
      <vt:lpstr>PowerPoint Presentation</vt:lpstr>
      <vt:lpstr>Benefits of CRM </vt:lpstr>
      <vt:lpstr>Types of CRM Systems</vt:lpstr>
      <vt:lpstr>Real-World Examples of CRM Use</vt:lpstr>
      <vt:lpstr>CRM vs ERP</vt:lpstr>
      <vt:lpstr>CRM vs ERP Comparison Table </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IT(Information Technology)</dc:title>
  <dc:creator>HP</dc:creator>
  <cp:lastModifiedBy>HP</cp:lastModifiedBy>
  <cp:revision>32</cp:revision>
  <dcterms:created xsi:type="dcterms:W3CDTF">2025-11-19T14:20:12Z</dcterms:created>
  <dcterms:modified xsi:type="dcterms:W3CDTF">2025-11-23T17:36:57Z</dcterms:modified>
</cp:coreProperties>
</file>